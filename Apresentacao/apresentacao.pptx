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54E5FB-0E34-45C8-AC4C-F986EDAA7812}" v="43" dt="2026-02-06T23:10:24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5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o António Tavares Abade" userId="c7e8cc63-a5fc-427a-a897-b95c08b7d266" providerId="ADAL" clId="{EEF09C58-323E-49C8-A036-888AA51468BB}"/>
    <pc:docChg chg="undo custSel addSld delSld modSld addMainMaster delMainMaster">
      <pc:chgData name="Paulo António Tavares Abade" userId="c7e8cc63-a5fc-427a-a897-b95c08b7d266" providerId="ADAL" clId="{EEF09C58-323E-49C8-A036-888AA51468BB}" dt="2026-02-06T23:10:59.912" v="3316" actId="790"/>
      <pc:docMkLst>
        <pc:docMk/>
      </pc:docMkLst>
      <pc:sldChg chg="addSp delSp modSp new mod setBg modClrScheme chgLayout">
        <pc:chgData name="Paulo António Tavares Abade" userId="c7e8cc63-a5fc-427a-a897-b95c08b7d266" providerId="ADAL" clId="{EEF09C58-323E-49C8-A036-888AA51468BB}" dt="2026-02-06T23:10:59.912" v="3316" actId="790"/>
        <pc:sldMkLst>
          <pc:docMk/>
          <pc:sldMk cId="3193554429" sldId="256"/>
        </pc:sldMkLst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3193554429" sldId="256"/>
            <ac:spMk id="2" creationId="{951F599F-62EC-0370-8EBC-31B88243201F}"/>
          </ac:spMkLst>
        </pc:spChg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3193554429" sldId="256"/>
            <ac:spMk id="3" creationId="{2728119F-1F6A-D026-57F5-9EB623CF7E4D}"/>
          </ac:spMkLst>
        </pc:spChg>
        <pc:spChg chg="add del">
          <ac:chgData name="Paulo António Tavares Abade" userId="c7e8cc63-a5fc-427a-a897-b95c08b7d266" providerId="ADAL" clId="{EEF09C58-323E-49C8-A036-888AA51468BB}" dt="2026-02-06T22:33:09.548" v="169" actId="26606"/>
          <ac:spMkLst>
            <pc:docMk/>
            <pc:sldMk cId="3193554429" sldId="256"/>
            <ac:spMk id="1031" creationId="{9F7D5CDA-D291-4307-BF55-1381FED29634}"/>
          </ac:spMkLst>
        </pc:spChg>
        <pc:spChg chg="add 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3193554429" sldId="256"/>
            <ac:spMk id="1036" creationId="{0BABF38A-8A0D-492E-BD20-6CF4D46B50BD}"/>
          </ac:spMkLst>
        </pc:spChg>
        <pc:spChg chg="add 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3193554429" sldId="256"/>
            <ac:spMk id="1040" creationId="{8651CFA9-6065-4243-AC48-858E359780B1}"/>
          </ac:spMkLst>
        </pc:spChg>
        <pc:spChg chg="add 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3193554429" sldId="256"/>
            <ac:spMk id="1042" creationId="{E8B2F707-EF35-4955-8439-F76145F3CD7E}"/>
          </ac:spMkLst>
        </pc:spChg>
        <pc:spChg chg="add 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3193554429" sldId="256"/>
            <ac:spMk id="1044" creationId="{DA476813-4CEE-408B-852D-3E51E30B17BE}"/>
          </ac:spMkLst>
        </pc:spChg>
        <pc:picChg chg="add del mod">
          <ac:chgData name="Paulo António Tavares Abade" userId="c7e8cc63-a5fc-427a-a897-b95c08b7d266" providerId="ADAL" clId="{EEF09C58-323E-49C8-A036-888AA51468BB}" dt="2026-02-06T22:31:25.986" v="148" actId="478"/>
          <ac:picMkLst>
            <pc:docMk/>
            <pc:sldMk cId="3193554429" sldId="256"/>
            <ac:picMk id="4" creationId="{8A4C240F-A268-ECA1-DD96-B0C6C39ECFEB}"/>
          </ac:picMkLst>
        </pc:picChg>
        <pc:picChg chg="add del mod">
          <ac:chgData name="Paulo António Tavares Abade" userId="c7e8cc63-a5fc-427a-a897-b95c08b7d266" providerId="ADAL" clId="{EEF09C58-323E-49C8-A036-888AA51468BB}" dt="2026-02-06T22:32:42.105" v="163" actId="478"/>
          <ac:picMkLst>
            <pc:docMk/>
            <pc:sldMk cId="3193554429" sldId="256"/>
            <ac:picMk id="6" creationId="{781543D2-34AB-8F55-9521-FB293165430A}"/>
          </ac:picMkLst>
        </pc:picChg>
        <pc:picChg chg="add mod">
          <ac:chgData name="Paulo António Tavares Abade" userId="c7e8cc63-a5fc-427a-a897-b95c08b7d266" providerId="ADAL" clId="{EEF09C58-323E-49C8-A036-888AA51468BB}" dt="2026-02-06T22:34:20.908" v="231" actId="1076"/>
          <ac:picMkLst>
            <pc:docMk/>
            <pc:sldMk cId="3193554429" sldId="256"/>
            <ac:picMk id="7" creationId="{D1522723-69A1-DE94-8C71-C9BB56C50037}"/>
          </ac:picMkLst>
        </pc:picChg>
        <pc:picChg chg="add mod ord">
          <ac:chgData name="Paulo António Tavares Abade" userId="c7e8cc63-a5fc-427a-a897-b95c08b7d266" providerId="ADAL" clId="{EEF09C58-323E-49C8-A036-888AA51468BB}" dt="2026-02-06T22:34:25.777" v="233" actId="1076"/>
          <ac:picMkLst>
            <pc:docMk/>
            <pc:sldMk cId="3193554429" sldId="256"/>
            <ac:picMk id="1026" creationId="{49E4E159-5115-4684-ED98-C2DA970C5057}"/>
          </ac:picMkLst>
        </pc:picChg>
        <pc:picChg chg="add del mod">
          <ac:chgData name="Paulo António Tavares Abade" userId="c7e8cc63-a5fc-427a-a897-b95c08b7d266" providerId="ADAL" clId="{EEF09C58-323E-49C8-A036-888AA51468BB}" dt="2026-02-06T22:33:05.046" v="168" actId="21"/>
          <ac:picMkLst>
            <pc:docMk/>
            <pc:sldMk cId="3193554429" sldId="256"/>
            <ac:picMk id="1028" creationId="{D1522723-69A1-DE94-8C71-C9BB56C50037}"/>
          </ac:picMkLst>
        </pc:picChg>
        <pc:picChg chg="add">
          <ac:chgData name="Paulo António Tavares Abade" userId="c7e8cc63-a5fc-427a-a897-b95c08b7d266" providerId="ADAL" clId="{EEF09C58-323E-49C8-A036-888AA51468BB}" dt="2026-02-06T22:33:09.548" v="169" actId="26606"/>
          <ac:picMkLst>
            <pc:docMk/>
            <pc:sldMk cId="3193554429" sldId="256"/>
            <ac:picMk id="1038" creationId="{BC526B7A-4801-4FD1-95C8-03AF22629E87}"/>
          </ac:picMkLst>
        </pc:picChg>
      </pc:sldChg>
      <pc:sldChg chg="addSp delSp modSp new mod setBg">
        <pc:chgData name="Paulo António Tavares Abade" userId="c7e8cc63-a5fc-427a-a897-b95c08b7d266" providerId="ADAL" clId="{EEF09C58-323E-49C8-A036-888AA51468BB}" dt="2026-02-06T23:10:59.912" v="3316" actId="790"/>
        <pc:sldMkLst>
          <pc:docMk/>
          <pc:sldMk cId="2739690006" sldId="257"/>
        </pc:sldMkLst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739690006" sldId="257"/>
            <ac:spMk id="2" creationId="{40AB7D03-28A2-CF75-3E12-CBC704E04CFB}"/>
          </ac:spMkLst>
        </pc:spChg>
        <pc:spChg chg="del mod">
          <ac:chgData name="Paulo António Tavares Abade" userId="c7e8cc63-a5fc-427a-a897-b95c08b7d266" providerId="ADAL" clId="{EEF09C58-323E-49C8-A036-888AA51468BB}" dt="2026-02-06T22:37:25.916" v="493" actId="26606"/>
          <ac:spMkLst>
            <pc:docMk/>
            <pc:sldMk cId="2739690006" sldId="257"/>
            <ac:spMk id="3" creationId="{C28D537F-D33B-A2F0-A026-613B53DA8D7C}"/>
          </ac:spMkLst>
        </pc:spChg>
        <pc:spChg chg="add 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739690006" sldId="257"/>
            <ac:spMk id="9" creationId="{43A9B7B3-F171-4C25-99FC-C54250F0649B}"/>
          </ac:spMkLst>
        </pc:spChg>
        <pc:spChg chg="add 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739690006" sldId="257"/>
            <ac:spMk id="11" creationId="{D2D5C7C5-9C27-4A61-9F57-1857D45320FD}"/>
          </ac:spMkLst>
        </pc:spChg>
        <pc:grpChg chg="add">
          <ac:chgData name="Paulo António Tavares Abade" userId="c7e8cc63-a5fc-427a-a897-b95c08b7d266" providerId="ADAL" clId="{EEF09C58-323E-49C8-A036-888AA51468BB}" dt="2026-02-06T22:37:25.916" v="493" actId="26606"/>
          <ac:grpSpMkLst>
            <pc:docMk/>
            <pc:sldMk cId="2739690006" sldId="257"/>
            <ac:grpSpMk id="13" creationId="{BBDA1F5A-F3A8-40DA-ADE6-E0B4D99C853D}"/>
          </ac:grpSpMkLst>
        </pc:grpChg>
        <pc:graphicFrameChg chg="add mod modGraphic">
          <ac:chgData name="Paulo António Tavares Abade" userId="c7e8cc63-a5fc-427a-a897-b95c08b7d266" providerId="ADAL" clId="{EEF09C58-323E-49C8-A036-888AA51468BB}" dt="2026-02-06T23:10:59.912" v="3316" actId="790"/>
          <ac:graphicFrameMkLst>
            <pc:docMk/>
            <pc:sldMk cId="2739690006" sldId="257"/>
            <ac:graphicFrameMk id="5" creationId="{EFEE01AC-93AA-98B7-96A8-21DDA1C6896F}"/>
          </ac:graphicFrameMkLst>
        </pc:graphicFrameChg>
      </pc:sldChg>
      <pc:sldChg chg="addSp delSp modSp new mod setBg">
        <pc:chgData name="Paulo António Tavares Abade" userId="c7e8cc63-a5fc-427a-a897-b95c08b7d266" providerId="ADAL" clId="{EEF09C58-323E-49C8-A036-888AA51468BB}" dt="2026-02-06T23:10:59.912" v="3316" actId="790"/>
        <pc:sldMkLst>
          <pc:docMk/>
          <pc:sldMk cId="2609488637" sldId="258"/>
        </pc:sldMkLst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609488637" sldId="258"/>
            <ac:spMk id="2" creationId="{E6EAA79F-A9EC-C56B-A236-808DDFCCB18B}"/>
          </ac:spMkLst>
        </pc:spChg>
        <pc:spChg chg="del mod">
          <ac:chgData name="Paulo António Tavares Abade" userId="c7e8cc63-a5fc-427a-a897-b95c08b7d266" providerId="ADAL" clId="{EEF09C58-323E-49C8-A036-888AA51468BB}" dt="2026-02-06T22:41:03.457" v="696" actId="26606"/>
          <ac:spMkLst>
            <pc:docMk/>
            <pc:sldMk cId="2609488637" sldId="258"/>
            <ac:spMk id="3" creationId="{FEE53291-5CEC-343F-DC29-2DBB8ADB7E76}"/>
          </ac:spMkLst>
        </pc:spChg>
        <pc:spChg chg="add 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609488637" sldId="258"/>
            <ac:spMk id="9" creationId="{8651CFA9-6065-4243-AC48-858E359780B1}"/>
          </ac:spMkLst>
        </pc:spChg>
        <pc:spChg chg="add 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609488637" sldId="258"/>
            <ac:spMk id="11" creationId="{37962AE0-6A1C-4B76-9D52-10E5E6D7D3BB}"/>
          </ac:spMkLst>
        </pc:spChg>
        <pc:grpChg chg="add">
          <ac:chgData name="Paulo António Tavares Abade" userId="c7e8cc63-a5fc-427a-a897-b95c08b7d266" providerId="ADAL" clId="{EEF09C58-323E-49C8-A036-888AA51468BB}" dt="2026-02-06T22:41:03.457" v="696" actId="26606"/>
          <ac:grpSpMkLst>
            <pc:docMk/>
            <pc:sldMk cId="2609488637" sldId="258"/>
            <ac:grpSpMk id="13" creationId="{7AB7BDB5-BE0D-446B-AA57-16A1D859E52B}"/>
          </ac:grpSpMkLst>
        </pc:grpChg>
        <pc:graphicFrameChg chg="add modGraphic">
          <ac:chgData name="Paulo António Tavares Abade" userId="c7e8cc63-a5fc-427a-a897-b95c08b7d266" providerId="ADAL" clId="{EEF09C58-323E-49C8-A036-888AA51468BB}" dt="2026-02-06T23:10:59.912" v="3316" actId="790"/>
          <ac:graphicFrameMkLst>
            <pc:docMk/>
            <pc:sldMk cId="2609488637" sldId="258"/>
            <ac:graphicFrameMk id="5" creationId="{8D541D4A-68F3-109D-C081-C7013D2D57F4}"/>
          </ac:graphicFrameMkLst>
        </pc:graphicFrameChg>
      </pc:sldChg>
      <pc:sldChg chg="addSp delSp modSp new mod setBg">
        <pc:chgData name="Paulo António Tavares Abade" userId="c7e8cc63-a5fc-427a-a897-b95c08b7d266" providerId="ADAL" clId="{EEF09C58-323E-49C8-A036-888AA51468BB}" dt="2026-02-06T23:10:59.912" v="3316" actId="790"/>
        <pc:sldMkLst>
          <pc:docMk/>
          <pc:sldMk cId="1763039984" sldId="259"/>
        </pc:sldMkLst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1763039984" sldId="259"/>
            <ac:spMk id="2" creationId="{70BED749-990F-A0DA-9BA1-BE2D664324DF}"/>
          </ac:spMkLst>
        </pc:spChg>
        <pc:spChg chg="del mod">
          <ac:chgData name="Paulo António Tavares Abade" userId="c7e8cc63-a5fc-427a-a897-b95c08b7d266" providerId="ADAL" clId="{EEF09C58-323E-49C8-A036-888AA51468BB}" dt="2026-02-06T22:43:52.193" v="928" actId="26606"/>
          <ac:spMkLst>
            <pc:docMk/>
            <pc:sldMk cId="1763039984" sldId="259"/>
            <ac:spMk id="3" creationId="{E5E362EC-209F-D748-56D4-CB066886CDBA}"/>
          </ac:spMkLst>
        </pc:spChg>
        <pc:spChg chg="add 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1763039984" sldId="259"/>
            <ac:spMk id="9" creationId="{43A9B7B3-F171-4C25-99FC-C54250F0649B}"/>
          </ac:spMkLst>
        </pc:spChg>
        <pc:spChg chg="add 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1763039984" sldId="259"/>
            <ac:spMk id="11" creationId="{D2D5C7C5-9C27-4A61-9F57-1857D45320FD}"/>
          </ac:spMkLst>
        </pc:spChg>
        <pc:grpChg chg="add">
          <ac:chgData name="Paulo António Tavares Abade" userId="c7e8cc63-a5fc-427a-a897-b95c08b7d266" providerId="ADAL" clId="{EEF09C58-323E-49C8-A036-888AA51468BB}" dt="2026-02-06T22:43:52.193" v="928" actId="26606"/>
          <ac:grpSpMkLst>
            <pc:docMk/>
            <pc:sldMk cId="1763039984" sldId="259"/>
            <ac:grpSpMk id="13" creationId="{12B335A1-0110-4D6F-BC0E-DCDCB432032B}"/>
          </ac:grpSpMkLst>
        </pc:grpChg>
        <pc:graphicFrameChg chg="add mod modGraphic">
          <ac:chgData name="Paulo António Tavares Abade" userId="c7e8cc63-a5fc-427a-a897-b95c08b7d266" providerId="ADAL" clId="{EEF09C58-323E-49C8-A036-888AA51468BB}" dt="2026-02-06T23:10:59.912" v="3316" actId="790"/>
          <ac:graphicFrameMkLst>
            <pc:docMk/>
            <pc:sldMk cId="1763039984" sldId="259"/>
            <ac:graphicFrameMk id="5" creationId="{F114F173-6D31-D786-5F06-E16C14AA3F79}"/>
          </ac:graphicFrameMkLst>
        </pc:graphicFrameChg>
      </pc:sldChg>
      <pc:sldChg chg="addSp delSp modSp new mod setBg">
        <pc:chgData name="Paulo António Tavares Abade" userId="c7e8cc63-a5fc-427a-a897-b95c08b7d266" providerId="ADAL" clId="{EEF09C58-323E-49C8-A036-888AA51468BB}" dt="2026-02-06T23:10:59.912" v="3316" actId="790"/>
        <pc:sldMkLst>
          <pc:docMk/>
          <pc:sldMk cId="3860409346" sldId="260"/>
        </pc:sldMkLst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3860409346" sldId="260"/>
            <ac:spMk id="2" creationId="{1DACF511-5C80-4278-D7B3-C964A7D7AC4E}"/>
          </ac:spMkLst>
        </pc:spChg>
        <pc:spChg chg="del mod">
          <ac:chgData name="Paulo António Tavares Abade" userId="c7e8cc63-a5fc-427a-a897-b95c08b7d266" providerId="ADAL" clId="{EEF09C58-323E-49C8-A036-888AA51468BB}" dt="2026-02-06T22:50:03.815" v="1630" actId="26606"/>
          <ac:spMkLst>
            <pc:docMk/>
            <pc:sldMk cId="3860409346" sldId="260"/>
            <ac:spMk id="3" creationId="{10BD1256-74EF-6391-FBB9-B7833B06577E}"/>
          </ac:spMkLst>
        </pc:spChg>
        <pc:spChg chg="add 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3860409346" sldId="260"/>
            <ac:spMk id="9" creationId="{43A9B7B3-F171-4C25-99FC-C54250F0649B}"/>
          </ac:spMkLst>
        </pc:spChg>
        <pc:spChg chg="add 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3860409346" sldId="260"/>
            <ac:spMk id="11" creationId="{D2D5C7C5-9C27-4A61-9F57-1857D45320FD}"/>
          </ac:spMkLst>
        </pc:spChg>
        <pc:grpChg chg="add">
          <ac:chgData name="Paulo António Tavares Abade" userId="c7e8cc63-a5fc-427a-a897-b95c08b7d266" providerId="ADAL" clId="{EEF09C58-323E-49C8-A036-888AA51468BB}" dt="2026-02-06T22:50:03.815" v="1630" actId="26606"/>
          <ac:grpSpMkLst>
            <pc:docMk/>
            <pc:sldMk cId="3860409346" sldId="260"/>
            <ac:grpSpMk id="13" creationId="{12B335A1-0110-4D6F-BC0E-DCDCB432032B}"/>
          </ac:grpSpMkLst>
        </pc:grpChg>
        <pc:graphicFrameChg chg="add mod modGraphic">
          <ac:chgData name="Paulo António Tavares Abade" userId="c7e8cc63-a5fc-427a-a897-b95c08b7d266" providerId="ADAL" clId="{EEF09C58-323E-49C8-A036-888AA51468BB}" dt="2026-02-06T23:10:59.912" v="3316" actId="790"/>
          <ac:graphicFrameMkLst>
            <pc:docMk/>
            <pc:sldMk cId="3860409346" sldId="260"/>
            <ac:graphicFrameMk id="5" creationId="{41AD4F01-E3B5-5938-0096-4B1ECD0E9026}"/>
          </ac:graphicFrameMkLst>
        </pc:graphicFrameChg>
      </pc:sldChg>
      <pc:sldChg chg="addSp delSp modSp add mod setBg">
        <pc:chgData name="Paulo António Tavares Abade" userId="c7e8cc63-a5fc-427a-a897-b95c08b7d266" providerId="ADAL" clId="{EEF09C58-323E-49C8-A036-888AA51468BB}" dt="2026-02-06T23:10:59.912" v="3316" actId="790"/>
        <pc:sldMkLst>
          <pc:docMk/>
          <pc:sldMk cId="4048055117" sldId="261"/>
        </pc:sldMkLst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4048055117" sldId="261"/>
            <ac:spMk id="2" creationId="{E6B79BF5-F4AE-FE9A-7CF4-F36BAC553CEF}"/>
          </ac:spMkLst>
        </pc:spChg>
        <pc:spChg chg="del mod">
          <ac:chgData name="Paulo António Tavares Abade" userId="c7e8cc63-a5fc-427a-a897-b95c08b7d266" providerId="ADAL" clId="{EEF09C58-323E-49C8-A036-888AA51468BB}" dt="2026-02-06T22:50:53.345" v="1635" actId="26606"/>
          <ac:spMkLst>
            <pc:docMk/>
            <pc:sldMk cId="4048055117" sldId="261"/>
            <ac:spMk id="3" creationId="{D15D0A74-1218-267C-A5A8-1F1A5ABC6330}"/>
          </ac:spMkLst>
        </pc:spChg>
        <pc:spChg chg="add 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4048055117" sldId="261"/>
            <ac:spMk id="9" creationId="{43A9B7B3-F171-4C25-99FC-C54250F0649B}"/>
          </ac:spMkLst>
        </pc:spChg>
        <pc:spChg chg="add 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4048055117" sldId="261"/>
            <ac:spMk id="11" creationId="{D2D5C7C5-9C27-4A61-9F57-1857D45320FD}"/>
          </ac:spMkLst>
        </pc:spChg>
        <pc:grpChg chg="add">
          <ac:chgData name="Paulo António Tavares Abade" userId="c7e8cc63-a5fc-427a-a897-b95c08b7d266" providerId="ADAL" clId="{EEF09C58-323E-49C8-A036-888AA51468BB}" dt="2026-02-06T22:50:53.345" v="1635" actId="26606"/>
          <ac:grpSpMkLst>
            <pc:docMk/>
            <pc:sldMk cId="4048055117" sldId="261"/>
            <ac:grpSpMk id="13" creationId="{12B335A1-0110-4D6F-BC0E-DCDCB432032B}"/>
          </ac:grpSpMkLst>
        </pc:grpChg>
        <pc:graphicFrameChg chg="add mod modGraphic">
          <ac:chgData name="Paulo António Tavares Abade" userId="c7e8cc63-a5fc-427a-a897-b95c08b7d266" providerId="ADAL" clId="{EEF09C58-323E-49C8-A036-888AA51468BB}" dt="2026-02-06T23:10:59.912" v="3316" actId="790"/>
          <ac:graphicFrameMkLst>
            <pc:docMk/>
            <pc:sldMk cId="4048055117" sldId="261"/>
            <ac:graphicFrameMk id="5" creationId="{9900A947-E355-DF21-052E-D5A34FFFDCE8}"/>
          </ac:graphicFrameMkLst>
        </pc:graphicFrameChg>
      </pc:sldChg>
      <pc:sldChg chg="new del">
        <pc:chgData name="Paulo António Tavares Abade" userId="c7e8cc63-a5fc-427a-a897-b95c08b7d266" providerId="ADAL" clId="{EEF09C58-323E-49C8-A036-888AA51468BB}" dt="2026-02-06T22:46:55.428" v="1170" actId="2696"/>
        <pc:sldMkLst>
          <pc:docMk/>
          <pc:sldMk cId="4248452769" sldId="261"/>
        </pc:sldMkLst>
      </pc:sldChg>
      <pc:sldChg chg="modSp add mod">
        <pc:chgData name="Paulo António Tavares Abade" userId="c7e8cc63-a5fc-427a-a897-b95c08b7d266" providerId="ADAL" clId="{EEF09C58-323E-49C8-A036-888AA51468BB}" dt="2026-02-06T23:10:59.912" v="3316" actId="790"/>
        <pc:sldMkLst>
          <pc:docMk/>
          <pc:sldMk cId="2860307566" sldId="262"/>
        </pc:sldMkLst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860307566" sldId="262"/>
            <ac:spMk id="2" creationId="{1D2C4AFD-A4DA-1B90-3C49-8ABD46D2AD2E}"/>
          </ac:spMkLst>
        </pc:spChg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860307566" sldId="262"/>
            <ac:spMk id="9" creationId="{660158D2-B7E4-980F-11F4-C420DA3F1A58}"/>
          </ac:spMkLst>
        </pc:spChg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860307566" sldId="262"/>
            <ac:spMk id="11" creationId="{A479E830-B0E5-86AE-4074-5317F279E8EA}"/>
          </ac:spMkLst>
        </pc:spChg>
        <pc:graphicFrameChg chg="mod modGraphic">
          <ac:chgData name="Paulo António Tavares Abade" userId="c7e8cc63-a5fc-427a-a897-b95c08b7d266" providerId="ADAL" clId="{EEF09C58-323E-49C8-A036-888AA51468BB}" dt="2026-02-06T23:10:59.912" v="3316" actId="790"/>
          <ac:graphicFrameMkLst>
            <pc:docMk/>
            <pc:sldMk cId="2860307566" sldId="262"/>
            <ac:graphicFrameMk id="5" creationId="{1BCFF25F-2C5F-52F1-D1EA-3AA3ADEC10E6}"/>
          </ac:graphicFrameMkLst>
        </pc:graphicFrameChg>
      </pc:sldChg>
      <pc:sldChg chg="modSp add mod">
        <pc:chgData name="Paulo António Tavares Abade" userId="c7e8cc63-a5fc-427a-a897-b95c08b7d266" providerId="ADAL" clId="{EEF09C58-323E-49C8-A036-888AA51468BB}" dt="2026-02-06T23:10:59.912" v="3316" actId="790"/>
        <pc:sldMkLst>
          <pc:docMk/>
          <pc:sldMk cId="2439872293" sldId="263"/>
        </pc:sldMkLst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439872293" sldId="263"/>
            <ac:spMk id="2" creationId="{5CBE642F-D7FB-6E81-3B4C-847A76A024AF}"/>
          </ac:spMkLst>
        </pc:spChg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439872293" sldId="263"/>
            <ac:spMk id="9" creationId="{497B7F57-8459-2DD6-5F07-69B29799D893}"/>
          </ac:spMkLst>
        </pc:spChg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439872293" sldId="263"/>
            <ac:spMk id="11" creationId="{74B37FF6-3958-4D3E-0B77-8DEA735ECA6B}"/>
          </ac:spMkLst>
        </pc:spChg>
        <pc:graphicFrameChg chg="modGraphic">
          <ac:chgData name="Paulo António Tavares Abade" userId="c7e8cc63-a5fc-427a-a897-b95c08b7d266" providerId="ADAL" clId="{EEF09C58-323E-49C8-A036-888AA51468BB}" dt="2026-02-06T23:10:59.912" v="3316" actId="790"/>
          <ac:graphicFrameMkLst>
            <pc:docMk/>
            <pc:sldMk cId="2439872293" sldId="263"/>
            <ac:graphicFrameMk id="5" creationId="{88020293-79C0-72F3-464B-02B6C99BEB49}"/>
          </ac:graphicFrameMkLst>
        </pc:graphicFrameChg>
      </pc:sldChg>
      <pc:sldChg chg="modSp add mod">
        <pc:chgData name="Paulo António Tavares Abade" userId="c7e8cc63-a5fc-427a-a897-b95c08b7d266" providerId="ADAL" clId="{EEF09C58-323E-49C8-A036-888AA51468BB}" dt="2026-02-06T23:10:59.912" v="3316" actId="790"/>
        <pc:sldMkLst>
          <pc:docMk/>
          <pc:sldMk cId="2791606704" sldId="264"/>
        </pc:sldMkLst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791606704" sldId="264"/>
            <ac:spMk id="2" creationId="{4259B01F-BA32-4882-ED2D-3DD22EAA143A}"/>
          </ac:spMkLst>
        </pc:spChg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791606704" sldId="264"/>
            <ac:spMk id="9" creationId="{8B3BFD30-6756-EC04-D63A-6771168EF13C}"/>
          </ac:spMkLst>
        </pc:spChg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791606704" sldId="264"/>
            <ac:spMk id="11" creationId="{FD7DCDCD-7F62-01FB-2C05-F47A3527E7CC}"/>
          </ac:spMkLst>
        </pc:spChg>
        <pc:graphicFrameChg chg="mod modGraphic">
          <ac:chgData name="Paulo António Tavares Abade" userId="c7e8cc63-a5fc-427a-a897-b95c08b7d266" providerId="ADAL" clId="{EEF09C58-323E-49C8-A036-888AA51468BB}" dt="2026-02-06T23:10:59.912" v="3316" actId="790"/>
          <ac:graphicFrameMkLst>
            <pc:docMk/>
            <pc:sldMk cId="2791606704" sldId="264"/>
            <ac:graphicFrameMk id="5" creationId="{F5071A71-5E73-E23C-06EE-E1601924969A}"/>
          </ac:graphicFrameMkLst>
        </pc:graphicFrameChg>
      </pc:sldChg>
      <pc:sldChg chg="modSp add mod">
        <pc:chgData name="Paulo António Tavares Abade" userId="c7e8cc63-a5fc-427a-a897-b95c08b7d266" providerId="ADAL" clId="{EEF09C58-323E-49C8-A036-888AA51468BB}" dt="2026-02-06T23:10:59.912" v="3316" actId="790"/>
        <pc:sldMkLst>
          <pc:docMk/>
          <pc:sldMk cId="2088075182" sldId="265"/>
        </pc:sldMkLst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088075182" sldId="265"/>
            <ac:spMk id="2" creationId="{95FF746A-199B-D88A-6C52-B093C6A8AA67}"/>
          </ac:spMkLst>
        </pc:spChg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088075182" sldId="265"/>
            <ac:spMk id="9" creationId="{4C297B33-7289-4F5F-5757-DA11BB3CEC6F}"/>
          </ac:spMkLst>
        </pc:spChg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088075182" sldId="265"/>
            <ac:spMk id="11" creationId="{1DB71825-A426-A5C2-5804-5149318293CD}"/>
          </ac:spMkLst>
        </pc:spChg>
        <pc:graphicFrameChg chg="mod modGraphic">
          <ac:chgData name="Paulo António Tavares Abade" userId="c7e8cc63-a5fc-427a-a897-b95c08b7d266" providerId="ADAL" clId="{EEF09C58-323E-49C8-A036-888AA51468BB}" dt="2026-02-06T23:10:59.912" v="3316" actId="790"/>
          <ac:graphicFrameMkLst>
            <pc:docMk/>
            <pc:sldMk cId="2088075182" sldId="265"/>
            <ac:graphicFrameMk id="5" creationId="{CFA3CCDD-992A-41D5-ABFB-43AC64E8178A}"/>
          </ac:graphicFrameMkLst>
        </pc:graphicFrameChg>
      </pc:sldChg>
      <pc:sldChg chg="addSp delSp modSp new mod setBg">
        <pc:chgData name="Paulo António Tavares Abade" userId="c7e8cc63-a5fc-427a-a897-b95c08b7d266" providerId="ADAL" clId="{EEF09C58-323E-49C8-A036-888AA51468BB}" dt="2026-02-06T23:10:59.912" v="3316" actId="790"/>
        <pc:sldMkLst>
          <pc:docMk/>
          <pc:sldMk cId="1194040434" sldId="266"/>
        </pc:sldMkLst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1194040434" sldId="266"/>
            <ac:spMk id="2" creationId="{1AF0EF76-65F2-05F9-90D3-E411AB3C3A8A}"/>
          </ac:spMkLst>
        </pc:spChg>
        <pc:spChg chg="del">
          <ac:chgData name="Paulo António Tavares Abade" userId="c7e8cc63-a5fc-427a-a897-b95c08b7d266" providerId="ADAL" clId="{EEF09C58-323E-49C8-A036-888AA51468BB}" dt="2026-02-06T23:09:55.468" v="3314" actId="26606"/>
          <ac:spMkLst>
            <pc:docMk/>
            <pc:sldMk cId="1194040434" sldId="266"/>
            <ac:spMk id="3" creationId="{7796E317-7CE6-2CFB-5624-AAB49EF55D41}"/>
          </ac:spMkLst>
        </pc:spChg>
        <pc:spChg chg="add 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1194040434" sldId="266"/>
            <ac:spMk id="10" creationId="{0BABF38A-8A0D-492E-BD20-6CF4D46B50BD}"/>
          </ac:spMkLst>
        </pc:spChg>
        <pc:spChg chg="add 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1194040434" sldId="266"/>
            <ac:spMk id="14" creationId="{DE61FBD7-E37C-4B38-BE44-A6D4978D7486}"/>
          </ac:spMkLst>
        </pc:spChg>
        <pc:spChg chg="add 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1194040434" sldId="266"/>
            <ac:spMk id="16" creationId="{392BFCFE-FD78-4EDF-BEFE-CC444DC5F307}"/>
          </ac:spMkLst>
        </pc:spChg>
        <pc:spChg chg="add 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1194040434" sldId="266"/>
            <ac:spMk id="22" creationId="{8B5FAB37-BB0D-41A8-A5C8-65ADE0F008A1}"/>
          </ac:spMkLst>
        </pc:spChg>
        <pc:grpChg chg="add">
          <ac:chgData name="Paulo António Tavares Abade" userId="c7e8cc63-a5fc-427a-a897-b95c08b7d266" providerId="ADAL" clId="{EEF09C58-323E-49C8-A036-888AA51468BB}" dt="2026-02-06T23:09:55.468" v="3314" actId="26606"/>
          <ac:grpSpMkLst>
            <pc:docMk/>
            <pc:sldMk cId="1194040434" sldId="266"/>
            <ac:grpSpMk id="18" creationId="{D7102190-C0A1-4788-99F6-6A2F54444324}"/>
          </ac:grpSpMkLst>
        </pc:grpChg>
        <pc:picChg chg="add mod">
          <ac:chgData name="Paulo António Tavares Abade" userId="c7e8cc63-a5fc-427a-a897-b95c08b7d266" providerId="ADAL" clId="{EEF09C58-323E-49C8-A036-888AA51468BB}" dt="2026-02-06T23:10:24.678" v="3315" actId="14826"/>
          <ac:picMkLst>
            <pc:docMk/>
            <pc:sldMk cId="1194040434" sldId="266"/>
            <ac:picMk id="7" creationId="{F2337358-E311-DD77-581C-D4FF5F940FEF}"/>
          </ac:picMkLst>
        </pc:picChg>
        <pc:picChg chg="add">
          <ac:chgData name="Paulo António Tavares Abade" userId="c7e8cc63-a5fc-427a-a897-b95c08b7d266" providerId="ADAL" clId="{EEF09C58-323E-49C8-A036-888AA51468BB}" dt="2026-02-06T23:09:55.468" v="3314" actId="26606"/>
          <ac:picMkLst>
            <pc:docMk/>
            <pc:sldMk cId="1194040434" sldId="266"/>
            <ac:picMk id="12" creationId="{BC526B7A-4801-4FD1-95C8-03AF22629E87}"/>
          </ac:picMkLst>
        </pc:picChg>
      </pc:sldChg>
      <pc:sldChg chg="modSp new mod">
        <pc:chgData name="Paulo António Tavares Abade" userId="c7e8cc63-a5fc-427a-a897-b95c08b7d266" providerId="ADAL" clId="{EEF09C58-323E-49C8-A036-888AA51468BB}" dt="2026-02-06T23:10:59.912" v="3316" actId="790"/>
        <pc:sldMkLst>
          <pc:docMk/>
          <pc:sldMk cId="2203409009" sldId="267"/>
        </pc:sldMkLst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203409009" sldId="267"/>
            <ac:spMk id="2" creationId="{04345708-370D-B445-214A-FD9F329CC4A4}"/>
          </ac:spMkLst>
        </pc:spChg>
        <pc:spChg chg="mod">
          <ac:chgData name="Paulo António Tavares Abade" userId="c7e8cc63-a5fc-427a-a897-b95c08b7d266" providerId="ADAL" clId="{EEF09C58-323E-49C8-A036-888AA51468BB}" dt="2026-02-06T23:10:59.912" v="3316" actId="790"/>
          <ac:spMkLst>
            <pc:docMk/>
            <pc:sldMk cId="2203409009" sldId="267"/>
            <ac:spMk id="3" creationId="{4206B12B-BED0-A03C-987B-DEE47AE1AEF0}"/>
          </ac:spMkLst>
        </pc:spChg>
      </pc:sldChg>
      <pc:sldMasterChg chg="del delSldLayout">
        <pc:chgData name="Paulo António Tavares Abade" userId="c7e8cc63-a5fc-427a-a897-b95c08b7d266" providerId="ADAL" clId="{EEF09C58-323E-49C8-A036-888AA51468BB}" dt="2026-02-06T22:33:09.548" v="169" actId="26606"/>
        <pc:sldMasterMkLst>
          <pc:docMk/>
          <pc:sldMasterMk cId="2760194808" sldId="2147483648"/>
        </pc:sldMasterMkLst>
        <pc:sldLayoutChg chg="del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760194808" sldId="2147483648"/>
            <pc:sldLayoutMk cId="716372596" sldId="2147483649"/>
          </pc:sldLayoutMkLst>
        </pc:sldLayoutChg>
        <pc:sldLayoutChg chg="del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760194808" sldId="2147483648"/>
            <pc:sldLayoutMk cId="1539862151" sldId="2147483650"/>
          </pc:sldLayoutMkLst>
        </pc:sldLayoutChg>
        <pc:sldLayoutChg chg="del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760194808" sldId="2147483648"/>
            <pc:sldLayoutMk cId="3853108156" sldId="2147483651"/>
          </pc:sldLayoutMkLst>
        </pc:sldLayoutChg>
        <pc:sldLayoutChg chg="del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760194808" sldId="2147483648"/>
            <pc:sldLayoutMk cId="2532175479" sldId="2147483652"/>
          </pc:sldLayoutMkLst>
        </pc:sldLayoutChg>
        <pc:sldLayoutChg chg="del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760194808" sldId="2147483648"/>
            <pc:sldLayoutMk cId="2731955421" sldId="2147483653"/>
          </pc:sldLayoutMkLst>
        </pc:sldLayoutChg>
        <pc:sldLayoutChg chg="del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760194808" sldId="2147483648"/>
            <pc:sldLayoutMk cId="1923680120" sldId="2147483654"/>
          </pc:sldLayoutMkLst>
        </pc:sldLayoutChg>
        <pc:sldLayoutChg chg="del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760194808" sldId="2147483648"/>
            <pc:sldLayoutMk cId="3997233074" sldId="2147483655"/>
          </pc:sldLayoutMkLst>
        </pc:sldLayoutChg>
        <pc:sldLayoutChg chg="del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760194808" sldId="2147483648"/>
            <pc:sldLayoutMk cId="4235380126" sldId="2147483656"/>
          </pc:sldLayoutMkLst>
        </pc:sldLayoutChg>
        <pc:sldLayoutChg chg="del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760194808" sldId="2147483648"/>
            <pc:sldLayoutMk cId="1682500694" sldId="2147483657"/>
          </pc:sldLayoutMkLst>
        </pc:sldLayoutChg>
        <pc:sldLayoutChg chg="del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760194808" sldId="2147483648"/>
            <pc:sldLayoutMk cId="2385175155" sldId="2147483658"/>
          </pc:sldLayoutMkLst>
        </pc:sldLayoutChg>
        <pc:sldLayoutChg chg="del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760194808" sldId="2147483648"/>
            <pc:sldLayoutMk cId="954836489" sldId="2147483659"/>
          </pc:sldLayoutMkLst>
        </pc:sldLayoutChg>
      </pc:sldMasterChg>
      <pc:sldMasterChg chg="add addSldLayout">
        <pc:chgData name="Paulo António Tavares Abade" userId="c7e8cc63-a5fc-427a-a897-b95c08b7d266" providerId="ADAL" clId="{EEF09C58-323E-49C8-A036-888AA51468BB}" dt="2026-02-06T22:33:09.548" v="169" actId="26606"/>
        <pc:sldMasterMkLst>
          <pc:docMk/>
          <pc:sldMasterMk cId="2255155438" sldId="2147483751"/>
        </pc:sldMasterMkLst>
        <pc:sldLayoutChg chg="add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255155438" sldId="2147483751"/>
            <pc:sldLayoutMk cId="3289481527" sldId="2147483740"/>
          </pc:sldLayoutMkLst>
        </pc:sldLayoutChg>
        <pc:sldLayoutChg chg="add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255155438" sldId="2147483751"/>
            <pc:sldLayoutMk cId="3615544424" sldId="2147483741"/>
          </pc:sldLayoutMkLst>
        </pc:sldLayoutChg>
        <pc:sldLayoutChg chg="add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255155438" sldId="2147483751"/>
            <pc:sldLayoutMk cId="634262841" sldId="2147483742"/>
          </pc:sldLayoutMkLst>
        </pc:sldLayoutChg>
        <pc:sldLayoutChg chg="add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255155438" sldId="2147483751"/>
            <pc:sldLayoutMk cId="3859866548" sldId="2147483743"/>
          </pc:sldLayoutMkLst>
        </pc:sldLayoutChg>
        <pc:sldLayoutChg chg="add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255155438" sldId="2147483751"/>
            <pc:sldLayoutMk cId="2987315517" sldId="2147483744"/>
          </pc:sldLayoutMkLst>
        </pc:sldLayoutChg>
        <pc:sldLayoutChg chg="add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255155438" sldId="2147483751"/>
            <pc:sldLayoutMk cId="3081917544" sldId="2147483745"/>
          </pc:sldLayoutMkLst>
        </pc:sldLayoutChg>
        <pc:sldLayoutChg chg="add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255155438" sldId="2147483751"/>
            <pc:sldLayoutMk cId="1596405867" sldId="2147483746"/>
          </pc:sldLayoutMkLst>
        </pc:sldLayoutChg>
        <pc:sldLayoutChg chg="add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255155438" sldId="2147483751"/>
            <pc:sldLayoutMk cId="615465240" sldId="2147483747"/>
          </pc:sldLayoutMkLst>
        </pc:sldLayoutChg>
        <pc:sldLayoutChg chg="add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255155438" sldId="2147483751"/>
            <pc:sldLayoutMk cId="2519460298" sldId="2147483748"/>
          </pc:sldLayoutMkLst>
        </pc:sldLayoutChg>
        <pc:sldLayoutChg chg="add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255155438" sldId="2147483751"/>
            <pc:sldLayoutMk cId="3690192519" sldId="2147483749"/>
          </pc:sldLayoutMkLst>
        </pc:sldLayoutChg>
        <pc:sldLayoutChg chg="add">
          <pc:chgData name="Paulo António Tavares Abade" userId="c7e8cc63-a5fc-427a-a897-b95c08b7d266" providerId="ADAL" clId="{EEF09C58-323E-49C8-A036-888AA51468BB}" dt="2026-02-06T22:33:09.548" v="169" actId="26606"/>
          <pc:sldLayoutMkLst>
            <pc:docMk/>
            <pc:sldMasterMk cId="2255155438" sldId="2147483751"/>
            <pc:sldLayoutMk cId="2319860107" sldId="2147483750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13FBD9-927E-4B0E-A600-2870A50187A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BE9886C-E8C2-4154-8D17-F1AC3D054227}">
      <dgm:prSet/>
      <dgm:spPr/>
      <dgm:t>
        <a:bodyPr/>
        <a:lstStyle/>
        <a:p>
          <a:pPr>
            <a:defRPr b="1"/>
          </a:pPr>
          <a:r>
            <a:rPr lang="en-US" noProof="0" dirty="0"/>
            <a:t>Para </a:t>
          </a:r>
          <a:r>
            <a:rPr lang="en-US" noProof="0" dirty="0" err="1"/>
            <a:t>que</a:t>
          </a:r>
          <a:r>
            <a:rPr lang="en-US" noProof="0" dirty="0"/>
            <a:t> serve?</a:t>
          </a:r>
        </a:p>
      </dgm:t>
    </dgm:pt>
    <dgm:pt modelId="{9CDD50C0-A27D-4DFD-B529-68CF6D2C9E9A}" type="parTrans" cxnId="{1DD1B35A-5779-4214-A5E5-C1683FCF42EE}">
      <dgm:prSet/>
      <dgm:spPr/>
      <dgm:t>
        <a:bodyPr/>
        <a:lstStyle/>
        <a:p>
          <a:endParaRPr lang="en-US"/>
        </a:p>
      </dgm:t>
    </dgm:pt>
    <dgm:pt modelId="{20F64304-47CB-499C-93E5-28FD09217D20}" type="sibTrans" cxnId="{1DD1B35A-5779-4214-A5E5-C1683FCF42EE}">
      <dgm:prSet/>
      <dgm:spPr/>
      <dgm:t>
        <a:bodyPr/>
        <a:lstStyle/>
        <a:p>
          <a:endParaRPr lang="en-US"/>
        </a:p>
      </dgm:t>
    </dgm:pt>
    <dgm:pt modelId="{599990A0-A902-479B-A02C-597E339F03C3}">
      <dgm:prSet/>
      <dgm:spPr/>
      <dgm:t>
        <a:bodyPr/>
        <a:lstStyle/>
        <a:p>
          <a:r>
            <a:rPr lang="en-US" noProof="0" dirty="0"/>
            <a:t>É um conjunto de ferramentas </a:t>
          </a:r>
          <a:r>
            <a:rPr lang="en-US" noProof="0" dirty="0" err="1"/>
            <a:t>que</a:t>
          </a:r>
          <a:r>
            <a:rPr lang="en-US" noProof="0" dirty="0"/>
            <a:t> </a:t>
          </a:r>
          <a:r>
            <a:rPr lang="en-US" noProof="0" dirty="0" err="1"/>
            <a:t>podem</a:t>
          </a:r>
          <a:r>
            <a:rPr lang="en-US" noProof="0" dirty="0"/>
            <a:t> ser </a:t>
          </a:r>
          <a:r>
            <a:rPr lang="en-US" noProof="0" dirty="0" err="1"/>
            <a:t>úteis</a:t>
          </a:r>
          <a:r>
            <a:rPr lang="en-US" noProof="0" dirty="0"/>
            <a:t> </a:t>
          </a:r>
          <a:r>
            <a:rPr lang="en-US" noProof="0" dirty="0" err="1"/>
            <a:t>na</a:t>
          </a:r>
          <a:r>
            <a:rPr lang="en-US" noProof="0" dirty="0"/>
            <a:t> </a:t>
          </a:r>
          <a:r>
            <a:rPr lang="en-US" noProof="0" dirty="0" err="1"/>
            <a:t>área</a:t>
          </a:r>
          <a:r>
            <a:rPr lang="en-US" noProof="0" dirty="0"/>
            <a:t> da </a:t>
          </a:r>
          <a:r>
            <a:rPr lang="en-US" noProof="0" dirty="0" err="1"/>
            <a:t>cibersegurança</a:t>
          </a:r>
          <a:endParaRPr lang="en-US" noProof="0" dirty="0"/>
        </a:p>
      </dgm:t>
    </dgm:pt>
    <dgm:pt modelId="{EF4B4E37-35EE-49EF-B264-DB9A9B4029F3}" type="parTrans" cxnId="{DF2B5890-3088-43CD-909C-E32C7CC157A3}">
      <dgm:prSet/>
      <dgm:spPr/>
      <dgm:t>
        <a:bodyPr/>
        <a:lstStyle/>
        <a:p>
          <a:endParaRPr lang="en-US"/>
        </a:p>
      </dgm:t>
    </dgm:pt>
    <dgm:pt modelId="{ABF9F870-51CA-42AC-AE3F-7A88B4331360}" type="sibTrans" cxnId="{DF2B5890-3088-43CD-909C-E32C7CC157A3}">
      <dgm:prSet/>
      <dgm:spPr/>
      <dgm:t>
        <a:bodyPr/>
        <a:lstStyle/>
        <a:p>
          <a:endParaRPr lang="en-US"/>
        </a:p>
      </dgm:t>
    </dgm:pt>
    <dgm:pt modelId="{E3ED23C6-63CF-4BAC-9A0D-7A52303D4CFA}">
      <dgm:prSet/>
      <dgm:spPr/>
      <dgm:t>
        <a:bodyPr/>
        <a:lstStyle/>
        <a:p>
          <a:pPr>
            <a:defRPr b="1"/>
          </a:pPr>
          <a:r>
            <a:rPr lang="en-US" noProof="0" dirty="0"/>
            <a:t>Como </a:t>
          </a:r>
          <a:r>
            <a:rPr lang="en-US" noProof="0" dirty="0" err="1"/>
            <a:t>foi</a:t>
          </a:r>
          <a:r>
            <a:rPr lang="en-US" noProof="0" dirty="0"/>
            <a:t> </a:t>
          </a:r>
          <a:r>
            <a:rPr lang="en-US" noProof="0" dirty="0" err="1"/>
            <a:t>feito</a:t>
          </a:r>
          <a:r>
            <a:rPr lang="en-US" noProof="0" dirty="0"/>
            <a:t>?</a:t>
          </a:r>
        </a:p>
      </dgm:t>
    </dgm:pt>
    <dgm:pt modelId="{92D564B0-E921-4B76-A595-BDFA589F18AB}" type="parTrans" cxnId="{A972FAAD-67B4-4BD3-9C76-4DAA8C66FBF0}">
      <dgm:prSet/>
      <dgm:spPr/>
      <dgm:t>
        <a:bodyPr/>
        <a:lstStyle/>
        <a:p>
          <a:endParaRPr lang="en-US"/>
        </a:p>
      </dgm:t>
    </dgm:pt>
    <dgm:pt modelId="{C1C1AF82-CBD6-48B9-97BC-5C6F4348BE50}" type="sibTrans" cxnId="{A972FAAD-67B4-4BD3-9C76-4DAA8C66FBF0}">
      <dgm:prSet/>
      <dgm:spPr/>
      <dgm:t>
        <a:bodyPr/>
        <a:lstStyle/>
        <a:p>
          <a:endParaRPr lang="en-US"/>
        </a:p>
      </dgm:t>
    </dgm:pt>
    <dgm:pt modelId="{8845AA61-FB50-4394-8C3F-F7051F73B086}">
      <dgm:prSet/>
      <dgm:spPr/>
      <dgm:t>
        <a:bodyPr/>
        <a:lstStyle/>
        <a:p>
          <a:r>
            <a:rPr lang="en-US" noProof="0" dirty="0"/>
            <a:t>Feito </a:t>
          </a:r>
          <a:r>
            <a:rPr lang="en-US" noProof="0" dirty="0" err="1"/>
            <a:t>em</a:t>
          </a:r>
          <a:r>
            <a:rPr lang="en-US" noProof="0" dirty="0"/>
            <a:t> Python, num </a:t>
          </a:r>
          <a:r>
            <a:rPr lang="en-US" noProof="0" dirty="0" err="1"/>
            <a:t>ambiente</a:t>
          </a:r>
          <a:r>
            <a:rPr lang="en-US" noProof="0" dirty="0"/>
            <a:t> virtual de Kali Linux</a:t>
          </a:r>
        </a:p>
      </dgm:t>
    </dgm:pt>
    <dgm:pt modelId="{F418BE2C-5871-4518-A5CF-C98D8CDAEBAB}" type="parTrans" cxnId="{EE954F3B-5E93-4E69-BE9D-7D72AFFFC866}">
      <dgm:prSet/>
      <dgm:spPr/>
      <dgm:t>
        <a:bodyPr/>
        <a:lstStyle/>
        <a:p>
          <a:endParaRPr lang="en-US"/>
        </a:p>
      </dgm:t>
    </dgm:pt>
    <dgm:pt modelId="{8F6AB448-0107-4E84-98A3-7B48635CECC9}" type="sibTrans" cxnId="{EE954F3B-5E93-4E69-BE9D-7D72AFFFC866}">
      <dgm:prSet/>
      <dgm:spPr/>
      <dgm:t>
        <a:bodyPr/>
        <a:lstStyle/>
        <a:p>
          <a:endParaRPr lang="en-US"/>
        </a:p>
      </dgm:t>
    </dgm:pt>
    <dgm:pt modelId="{ADB90CC0-E6A1-4ACD-A84F-30EDA4E9820E}" type="pres">
      <dgm:prSet presAssocID="{3313FBD9-927E-4B0E-A600-2870A50187A0}" presName="root" presStyleCnt="0">
        <dgm:presLayoutVars>
          <dgm:dir/>
          <dgm:resizeHandles val="exact"/>
        </dgm:presLayoutVars>
      </dgm:prSet>
      <dgm:spPr/>
    </dgm:pt>
    <dgm:pt modelId="{FD6FE540-E69B-4A47-BA52-3C304DB00E73}" type="pres">
      <dgm:prSet presAssocID="{EBE9886C-E8C2-4154-8D17-F1AC3D054227}" presName="compNode" presStyleCnt="0"/>
      <dgm:spPr/>
    </dgm:pt>
    <dgm:pt modelId="{F47CD6EE-ED5D-40F8-A3F6-51667881CC49}" type="pres">
      <dgm:prSet presAssocID="{EBE9886C-E8C2-4154-8D17-F1AC3D05422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tintivo: ponto de interrogação com preenchimento sólido"/>
        </a:ext>
      </dgm:extLst>
    </dgm:pt>
    <dgm:pt modelId="{3270B39E-A5D4-4CE5-95E6-9378EB22A60C}" type="pres">
      <dgm:prSet presAssocID="{EBE9886C-E8C2-4154-8D17-F1AC3D054227}" presName="iconSpace" presStyleCnt="0"/>
      <dgm:spPr/>
    </dgm:pt>
    <dgm:pt modelId="{A20F6A98-3F29-4A2D-B7F7-6DAFA6213600}" type="pres">
      <dgm:prSet presAssocID="{EBE9886C-E8C2-4154-8D17-F1AC3D054227}" presName="parTx" presStyleLbl="revTx" presStyleIdx="0" presStyleCnt="4">
        <dgm:presLayoutVars>
          <dgm:chMax val="0"/>
          <dgm:chPref val="0"/>
        </dgm:presLayoutVars>
      </dgm:prSet>
      <dgm:spPr/>
    </dgm:pt>
    <dgm:pt modelId="{A19E3EBE-88CD-46FF-A5A6-23E3D2271A7D}" type="pres">
      <dgm:prSet presAssocID="{EBE9886C-E8C2-4154-8D17-F1AC3D054227}" presName="txSpace" presStyleCnt="0"/>
      <dgm:spPr/>
    </dgm:pt>
    <dgm:pt modelId="{0E55A978-182C-4F58-B09E-B03DC1A6CFF3}" type="pres">
      <dgm:prSet presAssocID="{EBE9886C-E8C2-4154-8D17-F1AC3D054227}" presName="desTx" presStyleLbl="revTx" presStyleIdx="1" presStyleCnt="4">
        <dgm:presLayoutVars/>
      </dgm:prSet>
      <dgm:spPr/>
    </dgm:pt>
    <dgm:pt modelId="{24C0AF66-800D-4414-8210-474FEEE2DA14}" type="pres">
      <dgm:prSet presAssocID="{20F64304-47CB-499C-93E5-28FD09217D20}" presName="sibTrans" presStyleCnt="0"/>
      <dgm:spPr/>
    </dgm:pt>
    <dgm:pt modelId="{B27ACB4C-BD04-479A-A61A-EAD946C8DA14}" type="pres">
      <dgm:prSet presAssocID="{E3ED23C6-63CF-4BAC-9A0D-7A52303D4CFA}" presName="compNode" presStyleCnt="0"/>
      <dgm:spPr/>
    </dgm:pt>
    <dgm:pt modelId="{A1AA3AD4-7674-4320-B175-2B44E5D74532}" type="pres">
      <dgm:prSet presAssocID="{E3ED23C6-63CF-4BAC-9A0D-7A52303D4CF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elo com preenchimento sólido"/>
        </a:ext>
      </dgm:extLst>
    </dgm:pt>
    <dgm:pt modelId="{9D3EAF92-318E-4CA2-B7C5-B9031380E3DB}" type="pres">
      <dgm:prSet presAssocID="{E3ED23C6-63CF-4BAC-9A0D-7A52303D4CFA}" presName="iconSpace" presStyleCnt="0"/>
      <dgm:spPr/>
    </dgm:pt>
    <dgm:pt modelId="{812A630D-AEAC-4076-B60E-557E9584C55F}" type="pres">
      <dgm:prSet presAssocID="{E3ED23C6-63CF-4BAC-9A0D-7A52303D4CFA}" presName="parTx" presStyleLbl="revTx" presStyleIdx="2" presStyleCnt="4">
        <dgm:presLayoutVars>
          <dgm:chMax val="0"/>
          <dgm:chPref val="0"/>
        </dgm:presLayoutVars>
      </dgm:prSet>
      <dgm:spPr/>
    </dgm:pt>
    <dgm:pt modelId="{77E9E461-4986-449D-B59B-8D6B3F7969DE}" type="pres">
      <dgm:prSet presAssocID="{E3ED23C6-63CF-4BAC-9A0D-7A52303D4CFA}" presName="txSpace" presStyleCnt="0"/>
      <dgm:spPr/>
    </dgm:pt>
    <dgm:pt modelId="{2E5C2337-CDA3-4D0A-A698-8FFCDE373054}" type="pres">
      <dgm:prSet presAssocID="{E3ED23C6-63CF-4BAC-9A0D-7A52303D4CFA}" presName="desTx" presStyleLbl="revTx" presStyleIdx="3" presStyleCnt="4">
        <dgm:presLayoutVars/>
      </dgm:prSet>
      <dgm:spPr/>
    </dgm:pt>
  </dgm:ptLst>
  <dgm:cxnLst>
    <dgm:cxn modelId="{B245751B-DDD9-4AC3-8126-6D9107FDB223}" type="presOf" srcId="{599990A0-A902-479B-A02C-597E339F03C3}" destId="{0E55A978-182C-4F58-B09E-B03DC1A6CFF3}" srcOrd="0" destOrd="0" presId="urn:microsoft.com/office/officeart/2018/5/layout/CenteredIconLabelDescriptionList"/>
    <dgm:cxn modelId="{0CA64B22-EACB-4FD5-B59B-EE58B6272B51}" type="presOf" srcId="{EBE9886C-E8C2-4154-8D17-F1AC3D054227}" destId="{A20F6A98-3F29-4A2D-B7F7-6DAFA6213600}" srcOrd="0" destOrd="0" presId="urn:microsoft.com/office/officeart/2018/5/layout/CenteredIconLabelDescriptionList"/>
    <dgm:cxn modelId="{EE954F3B-5E93-4E69-BE9D-7D72AFFFC866}" srcId="{E3ED23C6-63CF-4BAC-9A0D-7A52303D4CFA}" destId="{8845AA61-FB50-4394-8C3F-F7051F73B086}" srcOrd="0" destOrd="0" parTransId="{F418BE2C-5871-4518-A5CF-C98D8CDAEBAB}" sibTransId="{8F6AB448-0107-4E84-98A3-7B48635CECC9}"/>
    <dgm:cxn modelId="{A1350E68-871D-4A6D-8995-45D53537D9ED}" type="presOf" srcId="{8845AA61-FB50-4394-8C3F-F7051F73B086}" destId="{2E5C2337-CDA3-4D0A-A698-8FFCDE373054}" srcOrd="0" destOrd="0" presId="urn:microsoft.com/office/officeart/2018/5/layout/CenteredIconLabelDescriptionList"/>
    <dgm:cxn modelId="{1E90BE4C-5C21-4665-AAB6-5C49FDD543D3}" type="presOf" srcId="{E3ED23C6-63CF-4BAC-9A0D-7A52303D4CFA}" destId="{812A630D-AEAC-4076-B60E-557E9584C55F}" srcOrd="0" destOrd="0" presId="urn:microsoft.com/office/officeart/2018/5/layout/CenteredIconLabelDescriptionList"/>
    <dgm:cxn modelId="{1DD1B35A-5779-4214-A5E5-C1683FCF42EE}" srcId="{3313FBD9-927E-4B0E-A600-2870A50187A0}" destId="{EBE9886C-E8C2-4154-8D17-F1AC3D054227}" srcOrd="0" destOrd="0" parTransId="{9CDD50C0-A27D-4DFD-B529-68CF6D2C9E9A}" sibTransId="{20F64304-47CB-499C-93E5-28FD09217D20}"/>
    <dgm:cxn modelId="{DF2B5890-3088-43CD-909C-E32C7CC157A3}" srcId="{EBE9886C-E8C2-4154-8D17-F1AC3D054227}" destId="{599990A0-A902-479B-A02C-597E339F03C3}" srcOrd="0" destOrd="0" parTransId="{EF4B4E37-35EE-49EF-B264-DB9A9B4029F3}" sibTransId="{ABF9F870-51CA-42AC-AE3F-7A88B4331360}"/>
    <dgm:cxn modelId="{A972FAAD-67B4-4BD3-9C76-4DAA8C66FBF0}" srcId="{3313FBD9-927E-4B0E-A600-2870A50187A0}" destId="{E3ED23C6-63CF-4BAC-9A0D-7A52303D4CFA}" srcOrd="1" destOrd="0" parTransId="{92D564B0-E921-4B76-A595-BDFA589F18AB}" sibTransId="{C1C1AF82-CBD6-48B9-97BC-5C6F4348BE50}"/>
    <dgm:cxn modelId="{900DEFB4-DAE0-476A-9A48-FCC9281B8171}" type="presOf" srcId="{3313FBD9-927E-4B0E-A600-2870A50187A0}" destId="{ADB90CC0-E6A1-4ACD-A84F-30EDA4E9820E}" srcOrd="0" destOrd="0" presId="urn:microsoft.com/office/officeart/2018/5/layout/CenteredIconLabelDescriptionList"/>
    <dgm:cxn modelId="{DF06FBF6-B4F9-437D-BA60-C39309BC1204}" type="presParOf" srcId="{ADB90CC0-E6A1-4ACD-A84F-30EDA4E9820E}" destId="{FD6FE540-E69B-4A47-BA52-3C304DB00E73}" srcOrd="0" destOrd="0" presId="urn:microsoft.com/office/officeart/2018/5/layout/CenteredIconLabelDescriptionList"/>
    <dgm:cxn modelId="{83E64E36-E45A-49FE-AE97-ABC354F33B10}" type="presParOf" srcId="{FD6FE540-E69B-4A47-BA52-3C304DB00E73}" destId="{F47CD6EE-ED5D-40F8-A3F6-51667881CC49}" srcOrd="0" destOrd="0" presId="urn:microsoft.com/office/officeart/2018/5/layout/CenteredIconLabelDescriptionList"/>
    <dgm:cxn modelId="{2C8CEBFB-63D6-4BFE-BD02-173CCD844033}" type="presParOf" srcId="{FD6FE540-E69B-4A47-BA52-3C304DB00E73}" destId="{3270B39E-A5D4-4CE5-95E6-9378EB22A60C}" srcOrd="1" destOrd="0" presId="urn:microsoft.com/office/officeart/2018/5/layout/CenteredIconLabelDescriptionList"/>
    <dgm:cxn modelId="{083B5302-ABB9-4E3E-A02E-7EF71A566DD2}" type="presParOf" srcId="{FD6FE540-E69B-4A47-BA52-3C304DB00E73}" destId="{A20F6A98-3F29-4A2D-B7F7-6DAFA6213600}" srcOrd="2" destOrd="0" presId="urn:microsoft.com/office/officeart/2018/5/layout/CenteredIconLabelDescriptionList"/>
    <dgm:cxn modelId="{D58EE8AB-E783-4F99-A0AC-96CE0015CD94}" type="presParOf" srcId="{FD6FE540-E69B-4A47-BA52-3C304DB00E73}" destId="{A19E3EBE-88CD-46FF-A5A6-23E3D2271A7D}" srcOrd="3" destOrd="0" presId="urn:microsoft.com/office/officeart/2018/5/layout/CenteredIconLabelDescriptionList"/>
    <dgm:cxn modelId="{8D11AC1C-1251-49EA-BBE6-AC39EA5552B2}" type="presParOf" srcId="{FD6FE540-E69B-4A47-BA52-3C304DB00E73}" destId="{0E55A978-182C-4F58-B09E-B03DC1A6CFF3}" srcOrd="4" destOrd="0" presId="urn:microsoft.com/office/officeart/2018/5/layout/CenteredIconLabelDescriptionList"/>
    <dgm:cxn modelId="{4B4E94BC-30DA-455A-87D1-520DF8968A8A}" type="presParOf" srcId="{ADB90CC0-E6A1-4ACD-A84F-30EDA4E9820E}" destId="{24C0AF66-800D-4414-8210-474FEEE2DA14}" srcOrd="1" destOrd="0" presId="urn:microsoft.com/office/officeart/2018/5/layout/CenteredIconLabelDescriptionList"/>
    <dgm:cxn modelId="{93D93ED4-DABC-4809-8123-BE732B0D0EA1}" type="presParOf" srcId="{ADB90CC0-E6A1-4ACD-A84F-30EDA4E9820E}" destId="{B27ACB4C-BD04-479A-A61A-EAD946C8DA14}" srcOrd="2" destOrd="0" presId="urn:microsoft.com/office/officeart/2018/5/layout/CenteredIconLabelDescriptionList"/>
    <dgm:cxn modelId="{1949F575-8EE9-4084-93A4-1E184BF19DB2}" type="presParOf" srcId="{B27ACB4C-BD04-479A-A61A-EAD946C8DA14}" destId="{A1AA3AD4-7674-4320-B175-2B44E5D74532}" srcOrd="0" destOrd="0" presId="urn:microsoft.com/office/officeart/2018/5/layout/CenteredIconLabelDescriptionList"/>
    <dgm:cxn modelId="{83B362F0-40AE-47EF-96D7-4881BA58C96A}" type="presParOf" srcId="{B27ACB4C-BD04-479A-A61A-EAD946C8DA14}" destId="{9D3EAF92-318E-4CA2-B7C5-B9031380E3DB}" srcOrd="1" destOrd="0" presId="urn:microsoft.com/office/officeart/2018/5/layout/CenteredIconLabelDescriptionList"/>
    <dgm:cxn modelId="{10A7F394-581B-4379-B389-60E2A2879377}" type="presParOf" srcId="{B27ACB4C-BD04-479A-A61A-EAD946C8DA14}" destId="{812A630D-AEAC-4076-B60E-557E9584C55F}" srcOrd="2" destOrd="0" presId="urn:microsoft.com/office/officeart/2018/5/layout/CenteredIconLabelDescriptionList"/>
    <dgm:cxn modelId="{B6B2CB7A-95CD-42A0-98BD-C73DC7442523}" type="presParOf" srcId="{B27ACB4C-BD04-479A-A61A-EAD946C8DA14}" destId="{77E9E461-4986-449D-B59B-8D6B3F7969DE}" srcOrd="3" destOrd="0" presId="urn:microsoft.com/office/officeart/2018/5/layout/CenteredIconLabelDescriptionList"/>
    <dgm:cxn modelId="{7C015A26-3CF8-4A0B-8EEE-747C1FD21D93}" type="presParOf" srcId="{B27ACB4C-BD04-479A-A61A-EAD946C8DA14}" destId="{2E5C2337-CDA3-4D0A-A698-8FFCDE37305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0F450E-2FE5-481A-94E0-06FB105BEEAA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B721530-F832-45F0-B2F8-68411961C626}">
      <dgm:prSet/>
      <dgm:spPr/>
      <dgm:t>
        <a:bodyPr/>
        <a:lstStyle/>
        <a:p>
          <a:r>
            <a:rPr lang="en-US" noProof="0" dirty="0"/>
            <a:t>Port Scanner</a:t>
          </a:r>
        </a:p>
      </dgm:t>
    </dgm:pt>
    <dgm:pt modelId="{D0287144-FA37-4BC4-ABF5-E146828BA0BA}" type="parTrans" cxnId="{E3DB51B0-2394-40FF-94DF-DCE4DB73BB8D}">
      <dgm:prSet/>
      <dgm:spPr/>
      <dgm:t>
        <a:bodyPr/>
        <a:lstStyle/>
        <a:p>
          <a:endParaRPr lang="en-US"/>
        </a:p>
      </dgm:t>
    </dgm:pt>
    <dgm:pt modelId="{B4CC21D2-4AFD-4192-88CC-EF80BFBE8270}" type="sibTrans" cxnId="{E3DB51B0-2394-40FF-94DF-DCE4DB73BB8D}">
      <dgm:prSet/>
      <dgm:spPr/>
      <dgm:t>
        <a:bodyPr/>
        <a:lstStyle/>
        <a:p>
          <a:endParaRPr lang="en-US"/>
        </a:p>
      </dgm:t>
    </dgm:pt>
    <dgm:pt modelId="{A5AAC81B-ECAA-4B2A-8F4E-24737F1C8152}">
      <dgm:prSet/>
      <dgm:spPr/>
      <dgm:t>
        <a:bodyPr/>
        <a:lstStyle/>
        <a:p>
          <a:r>
            <a:rPr lang="en-US" noProof="0" dirty="0"/>
            <a:t>DoS Attack</a:t>
          </a:r>
        </a:p>
      </dgm:t>
    </dgm:pt>
    <dgm:pt modelId="{5EA2D644-D6A4-4B9C-8E03-4E6D67B2EE38}" type="parTrans" cxnId="{0E8BA9A7-B483-4B31-88B7-2555A8D9AE70}">
      <dgm:prSet/>
      <dgm:spPr/>
      <dgm:t>
        <a:bodyPr/>
        <a:lstStyle/>
        <a:p>
          <a:endParaRPr lang="en-US"/>
        </a:p>
      </dgm:t>
    </dgm:pt>
    <dgm:pt modelId="{28C61625-5D82-4F41-AA31-4E3DC4FD3BDD}" type="sibTrans" cxnId="{0E8BA9A7-B483-4B31-88B7-2555A8D9AE70}">
      <dgm:prSet/>
      <dgm:spPr/>
      <dgm:t>
        <a:bodyPr/>
        <a:lstStyle/>
        <a:p>
          <a:endParaRPr lang="en-US"/>
        </a:p>
      </dgm:t>
    </dgm:pt>
    <dgm:pt modelId="{6610331E-BB52-4BD5-BAEF-27FA9984708F}">
      <dgm:prSet/>
      <dgm:spPr/>
      <dgm:t>
        <a:bodyPr/>
        <a:lstStyle/>
        <a:p>
          <a:r>
            <a:rPr lang="en-US" noProof="0" dirty="0"/>
            <a:t>Syn Flood</a:t>
          </a:r>
        </a:p>
      </dgm:t>
    </dgm:pt>
    <dgm:pt modelId="{44B99FCA-A13D-4168-A34E-D0A7200CDA08}" type="parTrans" cxnId="{16332A9A-7317-466C-9160-1E59E14BCA44}">
      <dgm:prSet/>
      <dgm:spPr/>
      <dgm:t>
        <a:bodyPr/>
        <a:lstStyle/>
        <a:p>
          <a:endParaRPr lang="en-US"/>
        </a:p>
      </dgm:t>
    </dgm:pt>
    <dgm:pt modelId="{1EFE447C-189F-41A6-9741-14616AE4AACB}" type="sibTrans" cxnId="{16332A9A-7317-466C-9160-1E59E14BCA44}">
      <dgm:prSet/>
      <dgm:spPr/>
      <dgm:t>
        <a:bodyPr/>
        <a:lstStyle/>
        <a:p>
          <a:endParaRPr lang="en-US"/>
        </a:p>
      </dgm:t>
    </dgm:pt>
    <dgm:pt modelId="{55E7047D-0ED0-4F70-ABC8-0358B5DB9BCD}">
      <dgm:prSet/>
      <dgm:spPr/>
      <dgm:t>
        <a:bodyPr/>
        <a:lstStyle/>
        <a:p>
          <a:r>
            <a:rPr lang="en-US" noProof="0" dirty="0"/>
            <a:t>Log Analyzer</a:t>
          </a:r>
        </a:p>
      </dgm:t>
    </dgm:pt>
    <dgm:pt modelId="{F74B0A78-227A-4BE5-8E96-F3801D93C3EE}" type="parTrans" cxnId="{F6C62384-9B19-47C4-A9A9-5A980AD34FED}">
      <dgm:prSet/>
      <dgm:spPr/>
      <dgm:t>
        <a:bodyPr/>
        <a:lstStyle/>
        <a:p>
          <a:endParaRPr lang="en-US"/>
        </a:p>
      </dgm:t>
    </dgm:pt>
    <dgm:pt modelId="{B50877BD-9D55-4304-A182-DB96410E713B}" type="sibTrans" cxnId="{F6C62384-9B19-47C4-A9A9-5A980AD34FED}">
      <dgm:prSet/>
      <dgm:spPr/>
      <dgm:t>
        <a:bodyPr/>
        <a:lstStyle/>
        <a:p>
          <a:endParaRPr lang="en-US"/>
        </a:p>
      </dgm:t>
    </dgm:pt>
    <dgm:pt modelId="{AFB7208A-3BFB-40BA-9149-25D88E13394C}">
      <dgm:prSet/>
      <dgm:spPr/>
      <dgm:t>
        <a:bodyPr/>
        <a:lstStyle/>
        <a:p>
          <a:r>
            <a:rPr lang="en-US" noProof="0" dirty="0"/>
            <a:t>Port Knocker</a:t>
          </a:r>
        </a:p>
      </dgm:t>
    </dgm:pt>
    <dgm:pt modelId="{7DEE0317-A0E8-4BE3-95A6-1986B7C695E5}" type="parTrans" cxnId="{603911AA-C6E3-4F7E-8EAC-8F26D2749BD6}">
      <dgm:prSet/>
      <dgm:spPr/>
      <dgm:t>
        <a:bodyPr/>
        <a:lstStyle/>
        <a:p>
          <a:endParaRPr lang="en-US"/>
        </a:p>
      </dgm:t>
    </dgm:pt>
    <dgm:pt modelId="{9C891C39-5457-45E3-AF6D-AFCD5C1B3AF2}" type="sibTrans" cxnId="{603911AA-C6E3-4F7E-8EAC-8F26D2749BD6}">
      <dgm:prSet/>
      <dgm:spPr/>
      <dgm:t>
        <a:bodyPr/>
        <a:lstStyle/>
        <a:p>
          <a:endParaRPr lang="en-US"/>
        </a:p>
      </dgm:t>
    </dgm:pt>
    <dgm:pt modelId="{63DB0596-718E-4A3F-AC2E-1E157D7AFB6A}">
      <dgm:prSet/>
      <dgm:spPr/>
      <dgm:t>
        <a:bodyPr/>
        <a:lstStyle/>
        <a:p>
          <a:r>
            <a:rPr lang="en-US" noProof="0" dirty="0"/>
            <a:t>Gestor de Passwords</a:t>
          </a:r>
        </a:p>
      </dgm:t>
    </dgm:pt>
    <dgm:pt modelId="{3B7E2E81-4D75-47EC-BED1-FC5ED1873785}" type="parTrans" cxnId="{72E008DB-7A0A-47D9-A042-034D6CF77D49}">
      <dgm:prSet/>
      <dgm:spPr/>
      <dgm:t>
        <a:bodyPr/>
        <a:lstStyle/>
        <a:p>
          <a:endParaRPr lang="en-US"/>
        </a:p>
      </dgm:t>
    </dgm:pt>
    <dgm:pt modelId="{DEF9CFD1-2714-48FC-90A5-BD559CC2AFBC}" type="sibTrans" cxnId="{72E008DB-7A0A-47D9-A042-034D6CF77D49}">
      <dgm:prSet/>
      <dgm:spPr/>
      <dgm:t>
        <a:bodyPr/>
        <a:lstStyle/>
        <a:p>
          <a:endParaRPr lang="en-US"/>
        </a:p>
      </dgm:t>
    </dgm:pt>
    <dgm:pt modelId="{58EED76C-E348-44E0-AB82-68D999CFB49C}">
      <dgm:prSet/>
      <dgm:spPr/>
      <dgm:t>
        <a:bodyPr/>
        <a:lstStyle/>
        <a:p>
          <a:r>
            <a:rPr lang="en-US" noProof="0" dirty="0" err="1"/>
            <a:t>Servidor</a:t>
          </a:r>
          <a:r>
            <a:rPr lang="en-US" noProof="0" dirty="0"/>
            <a:t> de </a:t>
          </a:r>
          <a:r>
            <a:rPr lang="en-US" noProof="0" dirty="0" err="1"/>
            <a:t>Mensagens</a:t>
          </a:r>
          <a:endParaRPr lang="en-US" noProof="0" dirty="0"/>
        </a:p>
      </dgm:t>
    </dgm:pt>
    <dgm:pt modelId="{829E933C-1186-4F7C-9A6C-9218324B7DC7}" type="parTrans" cxnId="{B09B03A2-4412-4470-BA98-373B0DE1FC08}">
      <dgm:prSet/>
      <dgm:spPr/>
      <dgm:t>
        <a:bodyPr/>
        <a:lstStyle/>
        <a:p>
          <a:endParaRPr lang="en-US"/>
        </a:p>
      </dgm:t>
    </dgm:pt>
    <dgm:pt modelId="{45311BC5-04EA-4403-A98A-40AF2204DDCF}" type="sibTrans" cxnId="{B09B03A2-4412-4470-BA98-373B0DE1FC08}">
      <dgm:prSet/>
      <dgm:spPr/>
      <dgm:t>
        <a:bodyPr/>
        <a:lstStyle/>
        <a:p>
          <a:endParaRPr lang="en-US"/>
        </a:p>
      </dgm:t>
    </dgm:pt>
    <dgm:pt modelId="{CCCCA0AC-8D5F-4B8C-A189-E8D3251D2C3C}" type="pres">
      <dgm:prSet presAssocID="{B90F450E-2FE5-481A-94E0-06FB105BEEAA}" presName="vert0" presStyleCnt="0">
        <dgm:presLayoutVars>
          <dgm:dir/>
          <dgm:animOne val="branch"/>
          <dgm:animLvl val="lvl"/>
        </dgm:presLayoutVars>
      </dgm:prSet>
      <dgm:spPr/>
    </dgm:pt>
    <dgm:pt modelId="{45506E9A-DBF6-4C28-B924-57E1223E41FA}" type="pres">
      <dgm:prSet presAssocID="{9B721530-F832-45F0-B2F8-68411961C626}" presName="thickLine" presStyleLbl="alignNode1" presStyleIdx="0" presStyleCnt="7"/>
      <dgm:spPr/>
    </dgm:pt>
    <dgm:pt modelId="{4A10A0D3-241C-48F4-BB8B-625AF8A8A1B2}" type="pres">
      <dgm:prSet presAssocID="{9B721530-F832-45F0-B2F8-68411961C626}" presName="horz1" presStyleCnt="0"/>
      <dgm:spPr/>
    </dgm:pt>
    <dgm:pt modelId="{9749C63C-D9C9-4E0B-A7E9-23A185B6562D}" type="pres">
      <dgm:prSet presAssocID="{9B721530-F832-45F0-B2F8-68411961C626}" presName="tx1" presStyleLbl="revTx" presStyleIdx="0" presStyleCnt="7"/>
      <dgm:spPr/>
    </dgm:pt>
    <dgm:pt modelId="{F2A9DA8F-7AEA-463E-AFC5-FBF74AA2F3DC}" type="pres">
      <dgm:prSet presAssocID="{9B721530-F832-45F0-B2F8-68411961C626}" presName="vert1" presStyleCnt="0"/>
      <dgm:spPr/>
    </dgm:pt>
    <dgm:pt modelId="{FB386D56-7209-417F-B174-BABF28730876}" type="pres">
      <dgm:prSet presAssocID="{A5AAC81B-ECAA-4B2A-8F4E-24737F1C8152}" presName="thickLine" presStyleLbl="alignNode1" presStyleIdx="1" presStyleCnt="7"/>
      <dgm:spPr/>
    </dgm:pt>
    <dgm:pt modelId="{BD90DEC0-6383-4513-999A-F83B7A5984FE}" type="pres">
      <dgm:prSet presAssocID="{A5AAC81B-ECAA-4B2A-8F4E-24737F1C8152}" presName="horz1" presStyleCnt="0"/>
      <dgm:spPr/>
    </dgm:pt>
    <dgm:pt modelId="{5C20CCF0-83DB-4437-A7E0-98AD78B31405}" type="pres">
      <dgm:prSet presAssocID="{A5AAC81B-ECAA-4B2A-8F4E-24737F1C8152}" presName="tx1" presStyleLbl="revTx" presStyleIdx="1" presStyleCnt="7"/>
      <dgm:spPr/>
    </dgm:pt>
    <dgm:pt modelId="{C27246EB-8BEF-46A3-AED7-D90796C081D2}" type="pres">
      <dgm:prSet presAssocID="{A5AAC81B-ECAA-4B2A-8F4E-24737F1C8152}" presName="vert1" presStyleCnt="0"/>
      <dgm:spPr/>
    </dgm:pt>
    <dgm:pt modelId="{A98BC505-95CA-4C24-AFB0-05FCB6AADA05}" type="pres">
      <dgm:prSet presAssocID="{6610331E-BB52-4BD5-BAEF-27FA9984708F}" presName="thickLine" presStyleLbl="alignNode1" presStyleIdx="2" presStyleCnt="7"/>
      <dgm:spPr/>
    </dgm:pt>
    <dgm:pt modelId="{64D29F23-F4CD-40B1-B0DE-E91D664B78A1}" type="pres">
      <dgm:prSet presAssocID="{6610331E-BB52-4BD5-BAEF-27FA9984708F}" presName="horz1" presStyleCnt="0"/>
      <dgm:spPr/>
    </dgm:pt>
    <dgm:pt modelId="{7CB5B6BA-C341-4CFB-B4F6-F1E71B348361}" type="pres">
      <dgm:prSet presAssocID="{6610331E-BB52-4BD5-BAEF-27FA9984708F}" presName="tx1" presStyleLbl="revTx" presStyleIdx="2" presStyleCnt="7"/>
      <dgm:spPr/>
    </dgm:pt>
    <dgm:pt modelId="{BDE71D95-DD76-412E-8448-2430563E3677}" type="pres">
      <dgm:prSet presAssocID="{6610331E-BB52-4BD5-BAEF-27FA9984708F}" presName="vert1" presStyleCnt="0"/>
      <dgm:spPr/>
    </dgm:pt>
    <dgm:pt modelId="{6F29EFD8-5322-428F-BEBC-CDD11C71B9BE}" type="pres">
      <dgm:prSet presAssocID="{55E7047D-0ED0-4F70-ABC8-0358B5DB9BCD}" presName="thickLine" presStyleLbl="alignNode1" presStyleIdx="3" presStyleCnt="7"/>
      <dgm:spPr/>
    </dgm:pt>
    <dgm:pt modelId="{4BE1AF95-B215-4817-AEE6-FA9AA9A24B62}" type="pres">
      <dgm:prSet presAssocID="{55E7047D-0ED0-4F70-ABC8-0358B5DB9BCD}" presName="horz1" presStyleCnt="0"/>
      <dgm:spPr/>
    </dgm:pt>
    <dgm:pt modelId="{D28712CA-D177-4A49-813A-6C1C8F950B17}" type="pres">
      <dgm:prSet presAssocID="{55E7047D-0ED0-4F70-ABC8-0358B5DB9BCD}" presName="tx1" presStyleLbl="revTx" presStyleIdx="3" presStyleCnt="7"/>
      <dgm:spPr/>
    </dgm:pt>
    <dgm:pt modelId="{8F6FC240-7ABD-40AF-8816-A8156D9E9A1E}" type="pres">
      <dgm:prSet presAssocID="{55E7047D-0ED0-4F70-ABC8-0358B5DB9BCD}" presName="vert1" presStyleCnt="0"/>
      <dgm:spPr/>
    </dgm:pt>
    <dgm:pt modelId="{90A89773-A3D8-414A-A0F0-82A398B66EC0}" type="pres">
      <dgm:prSet presAssocID="{AFB7208A-3BFB-40BA-9149-25D88E13394C}" presName="thickLine" presStyleLbl="alignNode1" presStyleIdx="4" presStyleCnt="7"/>
      <dgm:spPr/>
    </dgm:pt>
    <dgm:pt modelId="{B724F102-414E-479D-9B86-76B75E82BAC7}" type="pres">
      <dgm:prSet presAssocID="{AFB7208A-3BFB-40BA-9149-25D88E13394C}" presName="horz1" presStyleCnt="0"/>
      <dgm:spPr/>
    </dgm:pt>
    <dgm:pt modelId="{6754920F-F54C-49FD-9818-DC87FF58E8EE}" type="pres">
      <dgm:prSet presAssocID="{AFB7208A-3BFB-40BA-9149-25D88E13394C}" presName="tx1" presStyleLbl="revTx" presStyleIdx="4" presStyleCnt="7"/>
      <dgm:spPr/>
    </dgm:pt>
    <dgm:pt modelId="{957C7398-DC92-4DEF-A48D-7CF651EF769F}" type="pres">
      <dgm:prSet presAssocID="{AFB7208A-3BFB-40BA-9149-25D88E13394C}" presName="vert1" presStyleCnt="0"/>
      <dgm:spPr/>
    </dgm:pt>
    <dgm:pt modelId="{EB7EEF94-FB51-4680-82C8-0BF0BD927BB7}" type="pres">
      <dgm:prSet presAssocID="{63DB0596-718E-4A3F-AC2E-1E157D7AFB6A}" presName="thickLine" presStyleLbl="alignNode1" presStyleIdx="5" presStyleCnt="7"/>
      <dgm:spPr/>
    </dgm:pt>
    <dgm:pt modelId="{45893E80-807D-44E2-B07E-C559E65A2ED9}" type="pres">
      <dgm:prSet presAssocID="{63DB0596-718E-4A3F-AC2E-1E157D7AFB6A}" presName="horz1" presStyleCnt="0"/>
      <dgm:spPr/>
    </dgm:pt>
    <dgm:pt modelId="{8B7D29AD-BF54-47A0-B8E3-0669AB4355B3}" type="pres">
      <dgm:prSet presAssocID="{63DB0596-718E-4A3F-AC2E-1E157D7AFB6A}" presName="tx1" presStyleLbl="revTx" presStyleIdx="5" presStyleCnt="7"/>
      <dgm:spPr/>
    </dgm:pt>
    <dgm:pt modelId="{A09A3F56-E561-48B4-9E5A-E54D1C7624AA}" type="pres">
      <dgm:prSet presAssocID="{63DB0596-718E-4A3F-AC2E-1E157D7AFB6A}" presName="vert1" presStyleCnt="0"/>
      <dgm:spPr/>
    </dgm:pt>
    <dgm:pt modelId="{0F3E9462-91E5-4181-A4BE-C8EA92DDE395}" type="pres">
      <dgm:prSet presAssocID="{58EED76C-E348-44E0-AB82-68D999CFB49C}" presName="thickLine" presStyleLbl="alignNode1" presStyleIdx="6" presStyleCnt="7"/>
      <dgm:spPr/>
    </dgm:pt>
    <dgm:pt modelId="{CBB450B6-382A-47EC-B1CB-3854D4B39213}" type="pres">
      <dgm:prSet presAssocID="{58EED76C-E348-44E0-AB82-68D999CFB49C}" presName="horz1" presStyleCnt="0"/>
      <dgm:spPr/>
    </dgm:pt>
    <dgm:pt modelId="{54F0FD26-D919-49C4-ABF6-C953720DDFFA}" type="pres">
      <dgm:prSet presAssocID="{58EED76C-E348-44E0-AB82-68D999CFB49C}" presName="tx1" presStyleLbl="revTx" presStyleIdx="6" presStyleCnt="7"/>
      <dgm:spPr/>
    </dgm:pt>
    <dgm:pt modelId="{ED004A4B-9CED-4472-91F7-3ADDAC261BDA}" type="pres">
      <dgm:prSet presAssocID="{58EED76C-E348-44E0-AB82-68D999CFB49C}" presName="vert1" presStyleCnt="0"/>
      <dgm:spPr/>
    </dgm:pt>
  </dgm:ptLst>
  <dgm:cxnLst>
    <dgm:cxn modelId="{61117007-5235-45AC-A5E4-C5DC7CD5B122}" type="presOf" srcId="{55E7047D-0ED0-4F70-ABC8-0358B5DB9BCD}" destId="{D28712CA-D177-4A49-813A-6C1C8F950B17}" srcOrd="0" destOrd="0" presId="urn:microsoft.com/office/officeart/2008/layout/LinedList"/>
    <dgm:cxn modelId="{020E0314-E8E6-4951-8A41-C701623906CD}" type="presOf" srcId="{58EED76C-E348-44E0-AB82-68D999CFB49C}" destId="{54F0FD26-D919-49C4-ABF6-C953720DDFFA}" srcOrd="0" destOrd="0" presId="urn:microsoft.com/office/officeart/2008/layout/LinedList"/>
    <dgm:cxn modelId="{DA8FFE70-2EE4-4E49-9501-BD15F9032918}" type="presOf" srcId="{6610331E-BB52-4BD5-BAEF-27FA9984708F}" destId="{7CB5B6BA-C341-4CFB-B4F6-F1E71B348361}" srcOrd="0" destOrd="0" presId="urn:microsoft.com/office/officeart/2008/layout/LinedList"/>
    <dgm:cxn modelId="{C363107B-752F-4C06-9491-7568ADF0CF4C}" type="presOf" srcId="{A5AAC81B-ECAA-4B2A-8F4E-24737F1C8152}" destId="{5C20CCF0-83DB-4437-A7E0-98AD78B31405}" srcOrd="0" destOrd="0" presId="urn:microsoft.com/office/officeart/2008/layout/LinedList"/>
    <dgm:cxn modelId="{F6C62384-9B19-47C4-A9A9-5A980AD34FED}" srcId="{B90F450E-2FE5-481A-94E0-06FB105BEEAA}" destId="{55E7047D-0ED0-4F70-ABC8-0358B5DB9BCD}" srcOrd="3" destOrd="0" parTransId="{F74B0A78-227A-4BE5-8E96-F3801D93C3EE}" sibTransId="{B50877BD-9D55-4304-A182-DB96410E713B}"/>
    <dgm:cxn modelId="{16332A9A-7317-466C-9160-1E59E14BCA44}" srcId="{B90F450E-2FE5-481A-94E0-06FB105BEEAA}" destId="{6610331E-BB52-4BD5-BAEF-27FA9984708F}" srcOrd="2" destOrd="0" parTransId="{44B99FCA-A13D-4168-A34E-D0A7200CDA08}" sibTransId="{1EFE447C-189F-41A6-9741-14616AE4AACB}"/>
    <dgm:cxn modelId="{B09B03A2-4412-4470-BA98-373B0DE1FC08}" srcId="{B90F450E-2FE5-481A-94E0-06FB105BEEAA}" destId="{58EED76C-E348-44E0-AB82-68D999CFB49C}" srcOrd="6" destOrd="0" parTransId="{829E933C-1186-4F7C-9A6C-9218324B7DC7}" sibTransId="{45311BC5-04EA-4403-A98A-40AF2204DDCF}"/>
    <dgm:cxn modelId="{FC317FA3-241A-4689-9D81-11DCACBCCAB3}" type="presOf" srcId="{9B721530-F832-45F0-B2F8-68411961C626}" destId="{9749C63C-D9C9-4E0B-A7E9-23A185B6562D}" srcOrd="0" destOrd="0" presId="urn:microsoft.com/office/officeart/2008/layout/LinedList"/>
    <dgm:cxn modelId="{0E8BA9A7-B483-4B31-88B7-2555A8D9AE70}" srcId="{B90F450E-2FE5-481A-94E0-06FB105BEEAA}" destId="{A5AAC81B-ECAA-4B2A-8F4E-24737F1C8152}" srcOrd="1" destOrd="0" parTransId="{5EA2D644-D6A4-4B9C-8E03-4E6D67B2EE38}" sibTransId="{28C61625-5D82-4F41-AA31-4E3DC4FD3BDD}"/>
    <dgm:cxn modelId="{603911AA-C6E3-4F7E-8EAC-8F26D2749BD6}" srcId="{B90F450E-2FE5-481A-94E0-06FB105BEEAA}" destId="{AFB7208A-3BFB-40BA-9149-25D88E13394C}" srcOrd="4" destOrd="0" parTransId="{7DEE0317-A0E8-4BE3-95A6-1986B7C695E5}" sibTransId="{9C891C39-5457-45E3-AF6D-AFCD5C1B3AF2}"/>
    <dgm:cxn modelId="{E3DB51B0-2394-40FF-94DF-DCE4DB73BB8D}" srcId="{B90F450E-2FE5-481A-94E0-06FB105BEEAA}" destId="{9B721530-F832-45F0-B2F8-68411961C626}" srcOrd="0" destOrd="0" parTransId="{D0287144-FA37-4BC4-ABF5-E146828BA0BA}" sibTransId="{B4CC21D2-4AFD-4192-88CC-EF80BFBE8270}"/>
    <dgm:cxn modelId="{F5AFBBC1-9599-45F6-A693-535F4A342F85}" type="presOf" srcId="{AFB7208A-3BFB-40BA-9149-25D88E13394C}" destId="{6754920F-F54C-49FD-9818-DC87FF58E8EE}" srcOrd="0" destOrd="0" presId="urn:microsoft.com/office/officeart/2008/layout/LinedList"/>
    <dgm:cxn modelId="{0D67CFCC-C2D7-4EFA-9994-0B0214175C92}" type="presOf" srcId="{B90F450E-2FE5-481A-94E0-06FB105BEEAA}" destId="{CCCCA0AC-8D5F-4B8C-A189-E8D3251D2C3C}" srcOrd="0" destOrd="0" presId="urn:microsoft.com/office/officeart/2008/layout/LinedList"/>
    <dgm:cxn modelId="{72E008DB-7A0A-47D9-A042-034D6CF77D49}" srcId="{B90F450E-2FE5-481A-94E0-06FB105BEEAA}" destId="{63DB0596-718E-4A3F-AC2E-1E157D7AFB6A}" srcOrd="5" destOrd="0" parTransId="{3B7E2E81-4D75-47EC-BED1-FC5ED1873785}" sibTransId="{DEF9CFD1-2714-48FC-90A5-BD559CC2AFBC}"/>
    <dgm:cxn modelId="{8E7C77E0-1D44-4886-B918-72E0D25ABE93}" type="presOf" srcId="{63DB0596-718E-4A3F-AC2E-1E157D7AFB6A}" destId="{8B7D29AD-BF54-47A0-B8E3-0669AB4355B3}" srcOrd="0" destOrd="0" presId="urn:microsoft.com/office/officeart/2008/layout/LinedList"/>
    <dgm:cxn modelId="{D0C2E153-D2F4-42FA-944F-93A87677338A}" type="presParOf" srcId="{CCCCA0AC-8D5F-4B8C-A189-E8D3251D2C3C}" destId="{45506E9A-DBF6-4C28-B924-57E1223E41FA}" srcOrd="0" destOrd="0" presId="urn:microsoft.com/office/officeart/2008/layout/LinedList"/>
    <dgm:cxn modelId="{6A12337A-BC94-432C-ADBF-70E61BAEC80D}" type="presParOf" srcId="{CCCCA0AC-8D5F-4B8C-A189-E8D3251D2C3C}" destId="{4A10A0D3-241C-48F4-BB8B-625AF8A8A1B2}" srcOrd="1" destOrd="0" presId="urn:microsoft.com/office/officeart/2008/layout/LinedList"/>
    <dgm:cxn modelId="{0BF47587-BD34-46CA-99C9-4175F2CE78E0}" type="presParOf" srcId="{4A10A0D3-241C-48F4-BB8B-625AF8A8A1B2}" destId="{9749C63C-D9C9-4E0B-A7E9-23A185B6562D}" srcOrd="0" destOrd="0" presId="urn:microsoft.com/office/officeart/2008/layout/LinedList"/>
    <dgm:cxn modelId="{1E9F66DC-4B31-4017-8FC0-7BAA83074A38}" type="presParOf" srcId="{4A10A0D3-241C-48F4-BB8B-625AF8A8A1B2}" destId="{F2A9DA8F-7AEA-463E-AFC5-FBF74AA2F3DC}" srcOrd="1" destOrd="0" presId="urn:microsoft.com/office/officeart/2008/layout/LinedList"/>
    <dgm:cxn modelId="{247A43E4-74D7-45E8-A376-3CE32E977160}" type="presParOf" srcId="{CCCCA0AC-8D5F-4B8C-A189-E8D3251D2C3C}" destId="{FB386D56-7209-417F-B174-BABF28730876}" srcOrd="2" destOrd="0" presId="urn:microsoft.com/office/officeart/2008/layout/LinedList"/>
    <dgm:cxn modelId="{F73B8141-62C9-4041-8F8C-B02FF8C9B2C6}" type="presParOf" srcId="{CCCCA0AC-8D5F-4B8C-A189-E8D3251D2C3C}" destId="{BD90DEC0-6383-4513-999A-F83B7A5984FE}" srcOrd="3" destOrd="0" presId="urn:microsoft.com/office/officeart/2008/layout/LinedList"/>
    <dgm:cxn modelId="{6A27B7C9-313E-493C-8BA5-69CF47ED8C8A}" type="presParOf" srcId="{BD90DEC0-6383-4513-999A-F83B7A5984FE}" destId="{5C20CCF0-83DB-4437-A7E0-98AD78B31405}" srcOrd="0" destOrd="0" presId="urn:microsoft.com/office/officeart/2008/layout/LinedList"/>
    <dgm:cxn modelId="{C413B4D1-2AD4-47BF-AF71-36081FA12491}" type="presParOf" srcId="{BD90DEC0-6383-4513-999A-F83B7A5984FE}" destId="{C27246EB-8BEF-46A3-AED7-D90796C081D2}" srcOrd="1" destOrd="0" presId="urn:microsoft.com/office/officeart/2008/layout/LinedList"/>
    <dgm:cxn modelId="{4C6F99FC-76CD-47AD-9DFD-39E054A4498D}" type="presParOf" srcId="{CCCCA0AC-8D5F-4B8C-A189-E8D3251D2C3C}" destId="{A98BC505-95CA-4C24-AFB0-05FCB6AADA05}" srcOrd="4" destOrd="0" presId="urn:microsoft.com/office/officeart/2008/layout/LinedList"/>
    <dgm:cxn modelId="{C8C9E1B8-EA71-4CEF-8A53-03481BEB736B}" type="presParOf" srcId="{CCCCA0AC-8D5F-4B8C-A189-E8D3251D2C3C}" destId="{64D29F23-F4CD-40B1-B0DE-E91D664B78A1}" srcOrd="5" destOrd="0" presId="urn:microsoft.com/office/officeart/2008/layout/LinedList"/>
    <dgm:cxn modelId="{FFC3D42A-5149-429E-BF76-3691B9B2DCA4}" type="presParOf" srcId="{64D29F23-F4CD-40B1-B0DE-E91D664B78A1}" destId="{7CB5B6BA-C341-4CFB-B4F6-F1E71B348361}" srcOrd="0" destOrd="0" presId="urn:microsoft.com/office/officeart/2008/layout/LinedList"/>
    <dgm:cxn modelId="{F291BF56-F38E-479D-9759-F821448CF92F}" type="presParOf" srcId="{64D29F23-F4CD-40B1-B0DE-E91D664B78A1}" destId="{BDE71D95-DD76-412E-8448-2430563E3677}" srcOrd="1" destOrd="0" presId="urn:microsoft.com/office/officeart/2008/layout/LinedList"/>
    <dgm:cxn modelId="{226A2E59-033A-40FA-9DE6-17F505280F72}" type="presParOf" srcId="{CCCCA0AC-8D5F-4B8C-A189-E8D3251D2C3C}" destId="{6F29EFD8-5322-428F-BEBC-CDD11C71B9BE}" srcOrd="6" destOrd="0" presId="urn:microsoft.com/office/officeart/2008/layout/LinedList"/>
    <dgm:cxn modelId="{65A18131-37AD-461B-882B-5832B8240A96}" type="presParOf" srcId="{CCCCA0AC-8D5F-4B8C-A189-E8D3251D2C3C}" destId="{4BE1AF95-B215-4817-AEE6-FA9AA9A24B62}" srcOrd="7" destOrd="0" presId="urn:microsoft.com/office/officeart/2008/layout/LinedList"/>
    <dgm:cxn modelId="{7D926247-4E0D-4556-A53F-BEE900E5E678}" type="presParOf" srcId="{4BE1AF95-B215-4817-AEE6-FA9AA9A24B62}" destId="{D28712CA-D177-4A49-813A-6C1C8F950B17}" srcOrd="0" destOrd="0" presId="urn:microsoft.com/office/officeart/2008/layout/LinedList"/>
    <dgm:cxn modelId="{D6E22C75-8082-4E34-B236-61F8BA0E1A8B}" type="presParOf" srcId="{4BE1AF95-B215-4817-AEE6-FA9AA9A24B62}" destId="{8F6FC240-7ABD-40AF-8816-A8156D9E9A1E}" srcOrd="1" destOrd="0" presId="urn:microsoft.com/office/officeart/2008/layout/LinedList"/>
    <dgm:cxn modelId="{977749AB-5297-4965-80B9-E95860C68710}" type="presParOf" srcId="{CCCCA0AC-8D5F-4B8C-A189-E8D3251D2C3C}" destId="{90A89773-A3D8-414A-A0F0-82A398B66EC0}" srcOrd="8" destOrd="0" presId="urn:microsoft.com/office/officeart/2008/layout/LinedList"/>
    <dgm:cxn modelId="{34FCD5C0-CC68-4BBB-B4DB-D97CFAF4DB4E}" type="presParOf" srcId="{CCCCA0AC-8D5F-4B8C-A189-E8D3251D2C3C}" destId="{B724F102-414E-479D-9B86-76B75E82BAC7}" srcOrd="9" destOrd="0" presId="urn:microsoft.com/office/officeart/2008/layout/LinedList"/>
    <dgm:cxn modelId="{65AC7C93-01C5-4E57-88BD-F3206FE9D093}" type="presParOf" srcId="{B724F102-414E-479D-9B86-76B75E82BAC7}" destId="{6754920F-F54C-49FD-9818-DC87FF58E8EE}" srcOrd="0" destOrd="0" presId="urn:microsoft.com/office/officeart/2008/layout/LinedList"/>
    <dgm:cxn modelId="{1D537DFD-C06F-4972-932E-CB33B59338E6}" type="presParOf" srcId="{B724F102-414E-479D-9B86-76B75E82BAC7}" destId="{957C7398-DC92-4DEF-A48D-7CF651EF769F}" srcOrd="1" destOrd="0" presId="urn:microsoft.com/office/officeart/2008/layout/LinedList"/>
    <dgm:cxn modelId="{FE378228-98C9-4C72-8C64-A1D9BC37250D}" type="presParOf" srcId="{CCCCA0AC-8D5F-4B8C-A189-E8D3251D2C3C}" destId="{EB7EEF94-FB51-4680-82C8-0BF0BD927BB7}" srcOrd="10" destOrd="0" presId="urn:microsoft.com/office/officeart/2008/layout/LinedList"/>
    <dgm:cxn modelId="{CDC68E27-0417-4108-AD24-B2F6777EA398}" type="presParOf" srcId="{CCCCA0AC-8D5F-4B8C-A189-E8D3251D2C3C}" destId="{45893E80-807D-44E2-B07E-C559E65A2ED9}" srcOrd="11" destOrd="0" presId="urn:microsoft.com/office/officeart/2008/layout/LinedList"/>
    <dgm:cxn modelId="{E323B519-6251-4729-A229-9FA485A2F911}" type="presParOf" srcId="{45893E80-807D-44E2-B07E-C559E65A2ED9}" destId="{8B7D29AD-BF54-47A0-B8E3-0669AB4355B3}" srcOrd="0" destOrd="0" presId="urn:microsoft.com/office/officeart/2008/layout/LinedList"/>
    <dgm:cxn modelId="{C88C7BA5-8C4C-4A5F-9B78-13952E2C1892}" type="presParOf" srcId="{45893E80-807D-44E2-B07E-C559E65A2ED9}" destId="{A09A3F56-E561-48B4-9E5A-E54D1C7624AA}" srcOrd="1" destOrd="0" presId="urn:microsoft.com/office/officeart/2008/layout/LinedList"/>
    <dgm:cxn modelId="{B7EADD5F-73FC-4398-A755-9B1DBE08D93E}" type="presParOf" srcId="{CCCCA0AC-8D5F-4B8C-A189-E8D3251D2C3C}" destId="{0F3E9462-91E5-4181-A4BE-C8EA92DDE395}" srcOrd="12" destOrd="0" presId="urn:microsoft.com/office/officeart/2008/layout/LinedList"/>
    <dgm:cxn modelId="{179B1871-95D0-4CAA-8EAB-805F9B23554F}" type="presParOf" srcId="{CCCCA0AC-8D5F-4B8C-A189-E8D3251D2C3C}" destId="{CBB450B6-382A-47EC-B1CB-3854D4B39213}" srcOrd="13" destOrd="0" presId="urn:microsoft.com/office/officeart/2008/layout/LinedList"/>
    <dgm:cxn modelId="{1339759E-1B88-4A53-A61A-1DD520EDEA34}" type="presParOf" srcId="{CBB450B6-382A-47EC-B1CB-3854D4B39213}" destId="{54F0FD26-D919-49C4-ABF6-C953720DDFFA}" srcOrd="0" destOrd="0" presId="urn:microsoft.com/office/officeart/2008/layout/LinedList"/>
    <dgm:cxn modelId="{42BE5146-33F4-4AFB-9EA7-B4FED8F9E29A}" type="presParOf" srcId="{CBB450B6-382A-47EC-B1CB-3854D4B39213}" destId="{ED004A4B-9CED-4472-91F7-3ADDAC261BD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78DC08-E028-4CC5-9727-FF21FED2788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25F8176-502A-490F-8920-7EED232427AE}">
      <dgm:prSet/>
      <dgm:spPr/>
      <dgm:t>
        <a:bodyPr/>
        <a:lstStyle/>
        <a:p>
          <a:pPr>
            <a:defRPr b="1"/>
          </a:pPr>
          <a:r>
            <a:rPr lang="en-US" noProof="0" dirty="0"/>
            <a:t>O </a:t>
          </a:r>
          <a:r>
            <a:rPr lang="en-US" noProof="0" dirty="0" err="1"/>
            <a:t>que</a:t>
          </a:r>
          <a:r>
            <a:rPr lang="en-US" noProof="0" dirty="0"/>
            <a:t> é?</a:t>
          </a:r>
        </a:p>
      </dgm:t>
    </dgm:pt>
    <dgm:pt modelId="{6A380442-A91E-45A8-8C6F-46E36FA8E280}" type="parTrans" cxnId="{7C5B07B9-D768-4CEC-9BB8-4AD4AE479902}">
      <dgm:prSet/>
      <dgm:spPr/>
      <dgm:t>
        <a:bodyPr/>
        <a:lstStyle/>
        <a:p>
          <a:endParaRPr lang="en-US"/>
        </a:p>
      </dgm:t>
    </dgm:pt>
    <dgm:pt modelId="{944D6A93-DE0C-4756-A661-B74295FC32EC}" type="sibTrans" cxnId="{7C5B07B9-D768-4CEC-9BB8-4AD4AE479902}">
      <dgm:prSet/>
      <dgm:spPr/>
      <dgm:t>
        <a:bodyPr/>
        <a:lstStyle/>
        <a:p>
          <a:endParaRPr lang="en-US"/>
        </a:p>
      </dgm:t>
    </dgm:pt>
    <dgm:pt modelId="{C518F81C-D97B-407F-B018-A2C40BF1795A}">
      <dgm:prSet/>
      <dgm:spPr/>
      <dgm:t>
        <a:bodyPr/>
        <a:lstStyle/>
        <a:p>
          <a:r>
            <a:rPr lang="en-US" noProof="0" dirty="0" err="1"/>
            <a:t>Descobrir</a:t>
          </a:r>
          <a:r>
            <a:rPr lang="en-US" noProof="0" dirty="0"/>
            <a:t> as </a:t>
          </a:r>
          <a:r>
            <a:rPr lang="en-US" noProof="0" dirty="0" err="1"/>
            <a:t>portas</a:t>
          </a:r>
          <a:r>
            <a:rPr lang="en-US" noProof="0" dirty="0"/>
            <a:t> </a:t>
          </a:r>
          <a:r>
            <a:rPr lang="en-US" noProof="0" dirty="0" err="1"/>
            <a:t>abertas</a:t>
          </a:r>
          <a:r>
            <a:rPr lang="en-US" noProof="0" dirty="0"/>
            <a:t>, </a:t>
          </a:r>
          <a:r>
            <a:rPr lang="en-US" noProof="0" dirty="0" err="1"/>
            <a:t>fechadas</a:t>
          </a:r>
          <a:r>
            <a:rPr lang="en-US" noProof="0" dirty="0"/>
            <a:t> </a:t>
          </a:r>
          <a:r>
            <a:rPr lang="en-US" noProof="0" dirty="0" err="1"/>
            <a:t>ou</a:t>
          </a:r>
          <a:r>
            <a:rPr lang="en-US" noProof="0" dirty="0"/>
            <a:t> </a:t>
          </a:r>
          <a:r>
            <a:rPr lang="en-US" noProof="0" dirty="0" err="1"/>
            <a:t>filtradas</a:t>
          </a:r>
          <a:endParaRPr lang="en-US" noProof="0" dirty="0"/>
        </a:p>
      </dgm:t>
    </dgm:pt>
    <dgm:pt modelId="{0C0E5A35-CFE2-4AF3-AD35-FF308E7E3237}" type="parTrans" cxnId="{57F0AFAF-2B5E-4EA0-973D-F0E4DEE3EC9F}">
      <dgm:prSet/>
      <dgm:spPr/>
      <dgm:t>
        <a:bodyPr/>
        <a:lstStyle/>
        <a:p>
          <a:endParaRPr lang="en-US"/>
        </a:p>
      </dgm:t>
    </dgm:pt>
    <dgm:pt modelId="{99E856D4-69E1-428F-BA5E-C56072A2DEE0}" type="sibTrans" cxnId="{57F0AFAF-2B5E-4EA0-973D-F0E4DEE3EC9F}">
      <dgm:prSet/>
      <dgm:spPr/>
      <dgm:t>
        <a:bodyPr/>
        <a:lstStyle/>
        <a:p>
          <a:endParaRPr lang="en-US"/>
        </a:p>
      </dgm:t>
    </dgm:pt>
    <dgm:pt modelId="{45F92B7A-D8A2-4096-90B8-A8081FE7DFB9}">
      <dgm:prSet/>
      <dgm:spPr/>
      <dgm:t>
        <a:bodyPr/>
        <a:lstStyle/>
        <a:p>
          <a:pPr>
            <a:defRPr b="1"/>
          </a:pPr>
          <a:r>
            <a:rPr lang="en-US" noProof="0" dirty="0"/>
            <a:t>Input: </a:t>
          </a:r>
        </a:p>
      </dgm:t>
    </dgm:pt>
    <dgm:pt modelId="{505F4D2E-BBC1-4FE7-B6F3-C313AA01A65D}" type="parTrans" cxnId="{F6C4BD9B-8809-4747-91D8-0656C397BEEE}">
      <dgm:prSet/>
      <dgm:spPr/>
      <dgm:t>
        <a:bodyPr/>
        <a:lstStyle/>
        <a:p>
          <a:endParaRPr lang="en-US"/>
        </a:p>
      </dgm:t>
    </dgm:pt>
    <dgm:pt modelId="{77A0D543-9D0B-44CE-8D13-272642954462}" type="sibTrans" cxnId="{F6C4BD9B-8809-4747-91D8-0656C397BEEE}">
      <dgm:prSet/>
      <dgm:spPr/>
      <dgm:t>
        <a:bodyPr/>
        <a:lstStyle/>
        <a:p>
          <a:endParaRPr lang="en-US"/>
        </a:p>
      </dgm:t>
    </dgm:pt>
    <dgm:pt modelId="{54591321-9182-47D7-AE76-FC3908244625}">
      <dgm:prSet/>
      <dgm:spPr/>
      <dgm:t>
        <a:bodyPr/>
        <a:lstStyle/>
        <a:p>
          <a:r>
            <a:rPr lang="en-US" noProof="0" dirty="0"/>
            <a:t>IP do Alvo e o </a:t>
          </a:r>
          <a:r>
            <a:rPr lang="en-US" noProof="0" dirty="0" err="1"/>
            <a:t>intervalo</a:t>
          </a:r>
          <a:r>
            <a:rPr lang="en-US" noProof="0" dirty="0"/>
            <a:t> de </a:t>
          </a:r>
          <a:r>
            <a:rPr lang="en-US" noProof="0" dirty="0" err="1"/>
            <a:t>portas</a:t>
          </a:r>
          <a:endParaRPr lang="en-US" noProof="0" dirty="0"/>
        </a:p>
      </dgm:t>
    </dgm:pt>
    <dgm:pt modelId="{0DCD7E62-BB52-4553-8F2D-6EC32255CB65}" type="parTrans" cxnId="{D4BABE30-02D6-415E-86FB-F6911333DE80}">
      <dgm:prSet/>
      <dgm:spPr/>
      <dgm:t>
        <a:bodyPr/>
        <a:lstStyle/>
        <a:p>
          <a:endParaRPr lang="en-US"/>
        </a:p>
      </dgm:t>
    </dgm:pt>
    <dgm:pt modelId="{D4F6A834-2B3F-4AC1-8F29-D0E5B1144624}" type="sibTrans" cxnId="{D4BABE30-02D6-415E-86FB-F6911333DE80}">
      <dgm:prSet/>
      <dgm:spPr/>
      <dgm:t>
        <a:bodyPr/>
        <a:lstStyle/>
        <a:p>
          <a:endParaRPr lang="en-US"/>
        </a:p>
      </dgm:t>
    </dgm:pt>
    <dgm:pt modelId="{C5773A38-53FF-4D05-9248-73B7EA9EF6F4}">
      <dgm:prSet/>
      <dgm:spPr/>
      <dgm:t>
        <a:bodyPr/>
        <a:lstStyle/>
        <a:p>
          <a:pPr>
            <a:defRPr b="1"/>
          </a:pPr>
          <a:r>
            <a:rPr lang="en-US" noProof="0" dirty="0"/>
            <a:t>Output: </a:t>
          </a:r>
        </a:p>
      </dgm:t>
    </dgm:pt>
    <dgm:pt modelId="{4CA3F429-A26B-4819-AF8E-6A83EAAD852D}" type="parTrans" cxnId="{07D40602-AC3B-44CF-AE4B-F6592D4472DA}">
      <dgm:prSet/>
      <dgm:spPr/>
      <dgm:t>
        <a:bodyPr/>
        <a:lstStyle/>
        <a:p>
          <a:endParaRPr lang="en-US"/>
        </a:p>
      </dgm:t>
    </dgm:pt>
    <dgm:pt modelId="{D9CE01EB-9B2D-4A24-98D2-81EA41FE0FA2}" type="sibTrans" cxnId="{07D40602-AC3B-44CF-AE4B-F6592D4472DA}">
      <dgm:prSet/>
      <dgm:spPr/>
      <dgm:t>
        <a:bodyPr/>
        <a:lstStyle/>
        <a:p>
          <a:endParaRPr lang="en-US"/>
        </a:p>
      </dgm:t>
    </dgm:pt>
    <dgm:pt modelId="{D5A6A0B3-78EA-4133-AE3A-B99C82964664}">
      <dgm:prSet/>
      <dgm:spPr/>
      <dgm:t>
        <a:bodyPr/>
        <a:lstStyle/>
        <a:p>
          <a:r>
            <a:rPr lang="en-US" noProof="0" dirty="0"/>
            <a:t>Estado das </a:t>
          </a:r>
          <a:r>
            <a:rPr lang="en-US" noProof="0" dirty="0" err="1"/>
            <a:t>portas</a:t>
          </a:r>
          <a:endParaRPr lang="en-US" noProof="0" dirty="0"/>
        </a:p>
      </dgm:t>
    </dgm:pt>
    <dgm:pt modelId="{79358FA7-033A-496A-B290-207E83930E70}" type="parTrans" cxnId="{49F1A9D0-2476-4A3C-9404-8446FDD2F099}">
      <dgm:prSet/>
      <dgm:spPr/>
      <dgm:t>
        <a:bodyPr/>
        <a:lstStyle/>
        <a:p>
          <a:endParaRPr lang="en-US"/>
        </a:p>
      </dgm:t>
    </dgm:pt>
    <dgm:pt modelId="{D298B4C1-82B9-444E-BF5A-ADEE4370CBE7}" type="sibTrans" cxnId="{49F1A9D0-2476-4A3C-9404-8446FDD2F099}">
      <dgm:prSet/>
      <dgm:spPr/>
      <dgm:t>
        <a:bodyPr/>
        <a:lstStyle/>
        <a:p>
          <a:endParaRPr lang="en-US"/>
        </a:p>
      </dgm:t>
    </dgm:pt>
    <dgm:pt modelId="{5F277526-13A3-4524-887B-E6C5C924EA86}">
      <dgm:prSet/>
      <dgm:spPr/>
      <dgm:t>
        <a:bodyPr/>
        <a:lstStyle/>
        <a:p>
          <a:pPr>
            <a:defRPr b="1"/>
          </a:pPr>
          <a:r>
            <a:rPr lang="en-US" noProof="0" dirty="0"/>
            <a:t>Feito: </a:t>
          </a:r>
        </a:p>
      </dgm:t>
    </dgm:pt>
    <dgm:pt modelId="{B5514559-C9AD-47BC-9099-D7FCE7ADAACB}" type="parTrans" cxnId="{D9ECF420-798B-4041-A9D9-A974FBAD7A15}">
      <dgm:prSet/>
      <dgm:spPr/>
      <dgm:t>
        <a:bodyPr/>
        <a:lstStyle/>
        <a:p>
          <a:endParaRPr lang="en-US"/>
        </a:p>
      </dgm:t>
    </dgm:pt>
    <dgm:pt modelId="{2D124741-659B-434C-A365-A33206F1408A}" type="sibTrans" cxnId="{D9ECF420-798B-4041-A9D9-A974FBAD7A15}">
      <dgm:prSet/>
      <dgm:spPr/>
      <dgm:t>
        <a:bodyPr/>
        <a:lstStyle/>
        <a:p>
          <a:endParaRPr lang="en-US"/>
        </a:p>
      </dgm:t>
    </dgm:pt>
    <dgm:pt modelId="{817B0FEB-ADDD-4804-AA0D-7D276CADDA60}">
      <dgm:prSet/>
      <dgm:spPr/>
      <dgm:t>
        <a:bodyPr/>
        <a:lstStyle/>
        <a:p>
          <a:r>
            <a:rPr lang="en-US" noProof="0" dirty="0"/>
            <a:t>A </a:t>
          </a:r>
          <a:r>
            <a:rPr lang="en-US" noProof="0" dirty="0" err="1"/>
            <a:t>partir</a:t>
          </a:r>
          <a:r>
            <a:rPr lang="en-US" noProof="0" dirty="0"/>
            <a:t> do Nmap</a:t>
          </a:r>
        </a:p>
      </dgm:t>
    </dgm:pt>
    <dgm:pt modelId="{F9CD49E4-DB48-420F-9CD4-027E8B6B9F15}" type="parTrans" cxnId="{9B3435F0-3D5B-4B24-96CB-A41D00BB836D}">
      <dgm:prSet/>
      <dgm:spPr/>
      <dgm:t>
        <a:bodyPr/>
        <a:lstStyle/>
        <a:p>
          <a:endParaRPr lang="en-US"/>
        </a:p>
      </dgm:t>
    </dgm:pt>
    <dgm:pt modelId="{84032B6B-0856-4E80-AA9E-C05470B860EA}" type="sibTrans" cxnId="{9B3435F0-3D5B-4B24-96CB-A41D00BB836D}">
      <dgm:prSet/>
      <dgm:spPr/>
      <dgm:t>
        <a:bodyPr/>
        <a:lstStyle/>
        <a:p>
          <a:endParaRPr lang="en-US"/>
        </a:p>
      </dgm:t>
    </dgm:pt>
    <dgm:pt modelId="{0FEB4620-F786-41A1-BA32-F77C2B289682}" type="pres">
      <dgm:prSet presAssocID="{3E78DC08-E028-4CC5-9727-FF21FED27889}" presName="root" presStyleCnt="0">
        <dgm:presLayoutVars>
          <dgm:dir/>
          <dgm:resizeHandles val="exact"/>
        </dgm:presLayoutVars>
      </dgm:prSet>
      <dgm:spPr/>
    </dgm:pt>
    <dgm:pt modelId="{7A517956-06DA-43DB-906C-BC7CF658D40F}" type="pres">
      <dgm:prSet presAssocID="{925F8176-502A-490F-8920-7EED232427AE}" presName="compNode" presStyleCnt="0"/>
      <dgm:spPr/>
    </dgm:pt>
    <dgm:pt modelId="{A2725BC0-D057-4CEF-9576-F588C8564DBC}" type="pres">
      <dgm:prSet presAssocID="{925F8176-502A-490F-8920-7EED232427AE}" presName="iconRect" presStyleLbl="node1" presStyleIdx="0" presStyleCnt="4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0351332E-A56E-4E8E-B07D-56B047343018}" type="pres">
      <dgm:prSet presAssocID="{925F8176-502A-490F-8920-7EED232427AE}" presName="iconSpace" presStyleCnt="0"/>
      <dgm:spPr/>
    </dgm:pt>
    <dgm:pt modelId="{DA09A04F-0EB8-42BC-A707-E47D133F4DE4}" type="pres">
      <dgm:prSet presAssocID="{925F8176-502A-490F-8920-7EED232427AE}" presName="parTx" presStyleLbl="revTx" presStyleIdx="0" presStyleCnt="8">
        <dgm:presLayoutVars>
          <dgm:chMax val="0"/>
          <dgm:chPref val="0"/>
        </dgm:presLayoutVars>
      </dgm:prSet>
      <dgm:spPr/>
    </dgm:pt>
    <dgm:pt modelId="{DBCA2D87-49BF-496F-93C2-3517CFD8066E}" type="pres">
      <dgm:prSet presAssocID="{925F8176-502A-490F-8920-7EED232427AE}" presName="txSpace" presStyleCnt="0"/>
      <dgm:spPr/>
    </dgm:pt>
    <dgm:pt modelId="{034EF966-DD04-4403-A059-E5F493739082}" type="pres">
      <dgm:prSet presAssocID="{925F8176-502A-490F-8920-7EED232427AE}" presName="desTx" presStyleLbl="revTx" presStyleIdx="1" presStyleCnt="8">
        <dgm:presLayoutVars/>
      </dgm:prSet>
      <dgm:spPr/>
    </dgm:pt>
    <dgm:pt modelId="{8BB1890D-9FA6-48CD-AF23-EFE3208A5B1A}" type="pres">
      <dgm:prSet presAssocID="{944D6A93-DE0C-4756-A661-B74295FC32EC}" presName="sibTrans" presStyleCnt="0"/>
      <dgm:spPr/>
    </dgm:pt>
    <dgm:pt modelId="{0E33040C-991C-4EFB-96FA-72BEB810BE1E}" type="pres">
      <dgm:prSet presAssocID="{45F92B7A-D8A2-4096-90B8-A8081FE7DFB9}" presName="compNode" presStyleCnt="0"/>
      <dgm:spPr/>
    </dgm:pt>
    <dgm:pt modelId="{DB0C60D7-58CB-40AE-BA4D-92F041703A5B}" type="pres">
      <dgm:prSet presAssocID="{45F92B7A-D8A2-4096-90B8-A8081FE7DFB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ligado"/>
        </a:ext>
      </dgm:extLst>
    </dgm:pt>
    <dgm:pt modelId="{1D6ADA97-B1C0-4F77-A63B-990AC456CAA5}" type="pres">
      <dgm:prSet presAssocID="{45F92B7A-D8A2-4096-90B8-A8081FE7DFB9}" presName="iconSpace" presStyleCnt="0"/>
      <dgm:spPr/>
    </dgm:pt>
    <dgm:pt modelId="{E5F14F8E-ADC7-4BC4-AD4C-901DAC38A9B7}" type="pres">
      <dgm:prSet presAssocID="{45F92B7A-D8A2-4096-90B8-A8081FE7DFB9}" presName="parTx" presStyleLbl="revTx" presStyleIdx="2" presStyleCnt="8">
        <dgm:presLayoutVars>
          <dgm:chMax val="0"/>
          <dgm:chPref val="0"/>
        </dgm:presLayoutVars>
      </dgm:prSet>
      <dgm:spPr/>
    </dgm:pt>
    <dgm:pt modelId="{F2AAE666-6D0D-4EC0-B510-45C4106C0018}" type="pres">
      <dgm:prSet presAssocID="{45F92B7A-D8A2-4096-90B8-A8081FE7DFB9}" presName="txSpace" presStyleCnt="0"/>
      <dgm:spPr/>
    </dgm:pt>
    <dgm:pt modelId="{95C9211B-EA81-406A-B3D3-23F51E910F21}" type="pres">
      <dgm:prSet presAssocID="{45F92B7A-D8A2-4096-90B8-A8081FE7DFB9}" presName="desTx" presStyleLbl="revTx" presStyleIdx="3" presStyleCnt="8">
        <dgm:presLayoutVars/>
      </dgm:prSet>
      <dgm:spPr/>
    </dgm:pt>
    <dgm:pt modelId="{024E2D91-991F-4028-8961-4996865CEF65}" type="pres">
      <dgm:prSet presAssocID="{77A0D543-9D0B-44CE-8D13-272642954462}" presName="sibTrans" presStyleCnt="0"/>
      <dgm:spPr/>
    </dgm:pt>
    <dgm:pt modelId="{D58F7C91-833D-4846-9B4B-CF30C082C20A}" type="pres">
      <dgm:prSet presAssocID="{C5773A38-53FF-4D05-9248-73B7EA9EF6F4}" presName="compNode" presStyleCnt="0"/>
      <dgm:spPr/>
    </dgm:pt>
    <dgm:pt modelId="{1B624CB3-1318-4D10-939B-E7101ED29B4B}" type="pres">
      <dgm:prSet presAssocID="{C5773A38-53FF-4D05-9248-73B7EA9EF6F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ir com preenchimento sólido"/>
        </a:ext>
      </dgm:extLst>
    </dgm:pt>
    <dgm:pt modelId="{07F850AB-2260-4500-8BE3-10BBFA515EF7}" type="pres">
      <dgm:prSet presAssocID="{C5773A38-53FF-4D05-9248-73B7EA9EF6F4}" presName="iconSpace" presStyleCnt="0"/>
      <dgm:spPr/>
    </dgm:pt>
    <dgm:pt modelId="{DA1F9A69-9563-4EFD-95A8-49AA5387BF9B}" type="pres">
      <dgm:prSet presAssocID="{C5773A38-53FF-4D05-9248-73B7EA9EF6F4}" presName="parTx" presStyleLbl="revTx" presStyleIdx="4" presStyleCnt="8">
        <dgm:presLayoutVars>
          <dgm:chMax val="0"/>
          <dgm:chPref val="0"/>
        </dgm:presLayoutVars>
      </dgm:prSet>
      <dgm:spPr/>
    </dgm:pt>
    <dgm:pt modelId="{E498C57B-EF15-4EF7-8CD6-2E758270FD99}" type="pres">
      <dgm:prSet presAssocID="{C5773A38-53FF-4D05-9248-73B7EA9EF6F4}" presName="txSpace" presStyleCnt="0"/>
      <dgm:spPr/>
    </dgm:pt>
    <dgm:pt modelId="{A7CD2218-9022-414B-80EE-9D9681A98947}" type="pres">
      <dgm:prSet presAssocID="{C5773A38-53FF-4D05-9248-73B7EA9EF6F4}" presName="desTx" presStyleLbl="revTx" presStyleIdx="5" presStyleCnt="8">
        <dgm:presLayoutVars/>
      </dgm:prSet>
      <dgm:spPr/>
    </dgm:pt>
    <dgm:pt modelId="{C0128E1D-3B1E-4D72-8BF0-0DCB102163BB}" type="pres">
      <dgm:prSet presAssocID="{D9CE01EB-9B2D-4A24-98D2-81EA41FE0FA2}" presName="sibTrans" presStyleCnt="0"/>
      <dgm:spPr/>
    </dgm:pt>
    <dgm:pt modelId="{FEA45623-4D2F-44F4-84B7-F802D24A5095}" type="pres">
      <dgm:prSet presAssocID="{5F277526-13A3-4524-887B-E6C5C924EA86}" presName="compNode" presStyleCnt="0"/>
      <dgm:spPr/>
    </dgm:pt>
    <dgm:pt modelId="{9DA2FAB8-4D49-4BBB-A72A-22725462927D}" type="pres">
      <dgm:prSet presAssocID="{5F277526-13A3-4524-887B-E6C5C924EA8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md em terminal com preenchimento sólido"/>
        </a:ext>
      </dgm:extLst>
    </dgm:pt>
    <dgm:pt modelId="{FAFB2308-DB2B-47C7-A58A-816D0B22A0A9}" type="pres">
      <dgm:prSet presAssocID="{5F277526-13A3-4524-887B-E6C5C924EA86}" presName="iconSpace" presStyleCnt="0"/>
      <dgm:spPr/>
    </dgm:pt>
    <dgm:pt modelId="{74579B28-BB9B-4C58-B4BF-D52BCE7EE20B}" type="pres">
      <dgm:prSet presAssocID="{5F277526-13A3-4524-887B-E6C5C924EA86}" presName="parTx" presStyleLbl="revTx" presStyleIdx="6" presStyleCnt="8">
        <dgm:presLayoutVars>
          <dgm:chMax val="0"/>
          <dgm:chPref val="0"/>
        </dgm:presLayoutVars>
      </dgm:prSet>
      <dgm:spPr/>
    </dgm:pt>
    <dgm:pt modelId="{DB700A88-0EDE-4ADB-91DE-57DAB1D19F7A}" type="pres">
      <dgm:prSet presAssocID="{5F277526-13A3-4524-887B-E6C5C924EA86}" presName="txSpace" presStyleCnt="0"/>
      <dgm:spPr/>
    </dgm:pt>
    <dgm:pt modelId="{7A2F8FAC-46CF-4179-B058-0D053CF7B035}" type="pres">
      <dgm:prSet presAssocID="{5F277526-13A3-4524-887B-E6C5C924EA86}" presName="desTx" presStyleLbl="revTx" presStyleIdx="7" presStyleCnt="8">
        <dgm:presLayoutVars/>
      </dgm:prSet>
      <dgm:spPr/>
    </dgm:pt>
  </dgm:ptLst>
  <dgm:cxnLst>
    <dgm:cxn modelId="{07D40602-AC3B-44CF-AE4B-F6592D4472DA}" srcId="{3E78DC08-E028-4CC5-9727-FF21FED27889}" destId="{C5773A38-53FF-4D05-9248-73B7EA9EF6F4}" srcOrd="2" destOrd="0" parTransId="{4CA3F429-A26B-4819-AF8E-6A83EAAD852D}" sibTransId="{D9CE01EB-9B2D-4A24-98D2-81EA41FE0FA2}"/>
    <dgm:cxn modelId="{FEEF7D09-E825-422B-9242-5239D2B8E342}" type="presOf" srcId="{817B0FEB-ADDD-4804-AA0D-7D276CADDA60}" destId="{7A2F8FAC-46CF-4179-B058-0D053CF7B035}" srcOrd="0" destOrd="0" presId="urn:microsoft.com/office/officeart/2018/5/layout/CenteredIconLabelDescriptionList"/>
    <dgm:cxn modelId="{D9ECF420-798B-4041-A9D9-A974FBAD7A15}" srcId="{3E78DC08-E028-4CC5-9727-FF21FED27889}" destId="{5F277526-13A3-4524-887B-E6C5C924EA86}" srcOrd="3" destOrd="0" parTransId="{B5514559-C9AD-47BC-9099-D7FCE7ADAACB}" sibTransId="{2D124741-659B-434C-A365-A33206F1408A}"/>
    <dgm:cxn modelId="{A183F52F-3F83-418D-9B15-0956871FC027}" type="presOf" srcId="{C518F81C-D97B-407F-B018-A2C40BF1795A}" destId="{034EF966-DD04-4403-A059-E5F493739082}" srcOrd="0" destOrd="0" presId="urn:microsoft.com/office/officeart/2018/5/layout/CenteredIconLabelDescriptionList"/>
    <dgm:cxn modelId="{D4BABE30-02D6-415E-86FB-F6911333DE80}" srcId="{45F92B7A-D8A2-4096-90B8-A8081FE7DFB9}" destId="{54591321-9182-47D7-AE76-FC3908244625}" srcOrd="0" destOrd="0" parTransId="{0DCD7E62-BB52-4553-8F2D-6EC32255CB65}" sibTransId="{D4F6A834-2B3F-4AC1-8F29-D0E5B1144624}"/>
    <dgm:cxn modelId="{5AE58885-2B94-48AE-AD00-1C973258120A}" type="presOf" srcId="{C5773A38-53FF-4D05-9248-73B7EA9EF6F4}" destId="{DA1F9A69-9563-4EFD-95A8-49AA5387BF9B}" srcOrd="0" destOrd="0" presId="urn:microsoft.com/office/officeart/2018/5/layout/CenteredIconLabelDescriptionList"/>
    <dgm:cxn modelId="{D1CFFD86-45AD-4DBC-AF25-5128DE45A379}" type="presOf" srcId="{5F277526-13A3-4524-887B-E6C5C924EA86}" destId="{74579B28-BB9B-4C58-B4BF-D52BCE7EE20B}" srcOrd="0" destOrd="0" presId="urn:microsoft.com/office/officeart/2018/5/layout/CenteredIconLabelDescriptionList"/>
    <dgm:cxn modelId="{F6C4BD9B-8809-4747-91D8-0656C397BEEE}" srcId="{3E78DC08-E028-4CC5-9727-FF21FED27889}" destId="{45F92B7A-D8A2-4096-90B8-A8081FE7DFB9}" srcOrd="1" destOrd="0" parTransId="{505F4D2E-BBC1-4FE7-B6F3-C313AA01A65D}" sibTransId="{77A0D543-9D0B-44CE-8D13-272642954462}"/>
    <dgm:cxn modelId="{FFC7E3A8-4134-40A0-850D-B389A995B42E}" type="presOf" srcId="{925F8176-502A-490F-8920-7EED232427AE}" destId="{DA09A04F-0EB8-42BC-A707-E47D133F4DE4}" srcOrd="0" destOrd="0" presId="urn:microsoft.com/office/officeart/2018/5/layout/CenteredIconLabelDescriptionList"/>
    <dgm:cxn modelId="{9D51BFAE-9BF5-4A15-A7E5-FCC3AA09042F}" type="presOf" srcId="{45F92B7A-D8A2-4096-90B8-A8081FE7DFB9}" destId="{E5F14F8E-ADC7-4BC4-AD4C-901DAC38A9B7}" srcOrd="0" destOrd="0" presId="urn:microsoft.com/office/officeart/2018/5/layout/CenteredIconLabelDescriptionList"/>
    <dgm:cxn modelId="{57F0AFAF-2B5E-4EA0-973D-F0E4DEE3EC9F}" srcId="{925F8176-502A-490F-8920-7EED232427AE}" destId="{C518F81C-D97B-407F-B018-A2C40BF1795A}" srcOrd="0" destOrd="0" parTransId="{0C0E5A35-CFE2-4AF3-AD35-FF308E7E3237}" sibTransId="{99E856D4-69E1-428F-BA5E-C56072A2DEE0}"/>
    <dgm:cxn modelId="{D7D507B0-A227-4ABE-988B-29A78739A7E0}" type="presOf" srcId="{54591321-9182-47D7-AE76-FC3908244625}" destId="{95C9211B-EA81-406A-B3D3-23F51E910F21}" srcOrd="0" destOrd="0" presId="urn:microsoft.com/office/officeart/2018/5/layout/CenteredIconLabelDescriptionList"/>
    <dgm:cxn modelId="{7C5B07B9-D768-4CEC-9BB8-4AD4AE479902}" srcId="{3E78DC08-E028-4CC5-9727-FF21FED27889}" destId="{925F8176-502A-490F-8920-7EED232427AE}" srcOrd="0" destOrd="0" parTransId="{6A380442-A91E-45A8-8C6F-46E36FA8E280}" sibTransId="{944D6A93-DE0C-4756-A661-B74295FC32EC}"/>
    <dgm:cxn modelId="{46B39AC3-F371-4808-BCDB-6220D359AE7B}" type="presOf" srcId="{3E78DC08-E028-4CC5-9727-FF21FED27889}" destId="{0FEB4620-F786-41A1-BA32-F77C2B289682}" srcOrd="0" destOrd="0" presId="urn:microsoft.com/office/officeart/2018/5/layout/CenteredIconLabelDescriptionList"/>
    <dgm:cxn modelId="{49F1A9D0-2476-4A3C-9404-8446FDD2F099}" srcId="{C5773A38-53FF-4D05-9248-73B7EA9EF6F4}" destId="{D5A6A0B3-78EA-4133-AE3A-B99C82964664}" srcOrd="0" destOrd="0" parTransId="{79358FA7-033A-496A-B290-207E83930E70}" sibTransId="{D298B4C1-82B9-444E-BF5A-ADEE4370CBE7}"/>
    <dgm:cxn modelId="{D07490E5-0738-484F-857B-8D8A17F1911D}" type="presOf" srcId="{D5A6A0B3-78EA-4133-AE3A-B99C82964664}" destId="{A7CD2218-9022-414B-80EE-9D9681A98947}" srcOrd="0" destOrd="0" presId="urn:microsoft.com/office/officeart/2018/5/layout/CenteredIconLabelDescriptionList"/>
    <dgm:cxn modelId="{9B3435F0-3D5B-4B24-96CB-A41D00BB836D}" srcId="{5F277526-13A3-4524-887B-E6C5C924EA86}" destId="{817B0FEB-ADDD-4804-AA0D-7D276CADDA60}" srcOrd="0" destOrd="0" parTransId="{F9CD49E4-DB48-420F-9CD4-027E8B6B9F15}" sibTransId="{84032B6B-0856-4E80-AA9E-C05470B860EA}"/>
    <dgm:cxn modelId="{665B3EA2-93CB-4D2B-B356-8D3D27D70D13}" type="presParOf" srcId="{0FEB4620-F786-41A1-BA32-F77C2B289682}" destId="{7A517956-06DA-43DB-906C-BC7CF658D40F}" srcOrd="0" destOrd="0" presId="urn:microsoft.com/office/officeart/2018/5/layout/CenteredIconLabelDescriptionList"/>
    <dgm:cxn modelId="{7A871D68-09DF-4A62-927E-39B81D74362E}" type="presParOf" srcId="{7A517956-06DA-43DB-906C-BC7CF658D40F}" destId="{A2725BC0-D057-4CEF-9576-F588C8564DBC}" srcOrd="0" destOrd="0" presId="urn:microsoft.com/office/officeart/2018/5/layout/CenteredIconLabelDescriptionList"/>
    <dgm:cxn modelId="{FC97DB03-A7C1-49EB-9F71-36D2F0FEF8BE}" type="presParOf" srcId="{7A517956-06DA-43DB-906C-BC7CF658D40F}" destId="{0351332E-A56E-4E8E-B07D-56B047343018}" srcOrd="1" destOrd="0" presId="urn:microsoft.com/office/officeart/2018/5/layout/CenteredIconLabelDescriptionList"/>
    <dgm:cxn modelId="{0646406F-F890-4FAA-9444-3C21680D4278}" type="presParOf" srcId="{7A517956-06DA-43DB-906C-BC7CF658D40F}" destId="{DA09A04F-0EB8-42BC-A707-E47D133F4DE4}" srcOrd="2" destOrd="0" presId="urn:microsoft.com/office/officeart/2018/5/layout/CenteredIconLabelDescriptionList"/>
    <dgm:cxn modelId="{469EE79E-CE45-48AE-B735-EC962163704B}" type="presParOf" srcId="{7A517956-06DA-43DB-906C-BC7CF658D40F}" destId="{DBCA2D87-49BF-496F-93C2-3517CFD8066E}" srcOrd="3" destOrd="0" presId="urn:microsoft.com/office/officeart/2018/5/layout/CenteredIconLabelDescriptionList"/>
    <dgm:cxn modelId="{F6ECB6E8-71B9-4A0B-AFD0-B0A17FA7A8E7}" type="presParOf" srcId="{7A517956-06DA-43DB-906C-BC7CF658D40F}" destId="{034EF966-DD04-4403-A059-E5F493739082}" srcOrd="4" destOrd="0" presId="urn:microsoft.com/office/officeart/2018/5/layout/CenteredIconLabelDescriptionList"/>
    <dgm:cxn modelId="{CCC8C0C8-F51D-4CAC-89C3-0D0F854090C0}" type="presParOf" srcId="{0FEB4620-F786-41A1-BA32-F77C2B289682}" destId="{8BB1890D-9FA6-48CD-AF23-EFE3208A5B1A}" srcOrd="1" destOrd="0" presId="urn:microsoft.com/office/officeart/2018/5/layout/CenteredIconLabelDescriptionList"/>
    <dgm:cxn modelId="{F7ACD627-334F-412A-AC89-41A8EA9CF856}" type="presParOf" srcId="{0FEB4620-F786-41A1-BA32-F77C2B289682}" destId="{0E33040C-991C-4EFB-96FA-72BEB810BE1E}" srcOrd="2" destOrd="0" presId="urn:microsoft.com/office/officeart/2018/5/layout/CenteredIconLabelDescriptionList"/>
    <dgm:cxn modelId="{2900FA40-1DE2-4A70-8EAA-F0E5F8E7C741}" type="presParOf" srcId="{0E33040C-991C-4EFB-96FA-72BEB810BE1E}" destId="{DB0C60D7-58CB-40AE-BA4D-92F041703A5B}" srcOrd="0" destOrd="0" presId="urn:microsoft.com/office/officeart/2018/5/layout/CenteredIconLabelDescriptionList"/>
    <dgm:cxn modelId="{22550E2F-3C03-4AB4-BB42-B2FB31F15297}" type="presParOf" srcId="{0E33040C-991C-4EFB-96FA-72BEB810BE1E}" destId="{1D6ADA97-B1C0-4F77-A63B-990AC456CAA5}" srcOrd="1" destOrd="0" presId="urn:microsoft.com/office/officeart/2018/5/layout/CenteredIconLabelDescriptionList"/>
    <dgm:cxn modelId="{78D595D2-7649-438F-A28C-2A0F17F77DB3}" type="presParOf" srcId="{0E33040C-991C-4EFB-96FA-72BEB810BE1E}" destId="{E5F14F8E-ADC7-4BC4-AD4C-901DAC38A9B7}" srcOrd="2" destOrd="0" presId="urn:microsoft.com/office/officeart/2018/5/layout/CenteredIconLabelDescriptionList"/>
    <dgm:cxn modelId="{F8AAD615-DF56-43C2-ACC0-154CE0010DFE}" type="presParOf" srcId="{0E33040C-991C-4EFB-96FA-72BEB810BE1E}" destId="{F2AAE666-6D0D-4EC0-B510-45C4106C0018}" srcOrd="3" destOrd="0" presId="urn:microsoft.com/office/officeart/2018/5/layout/CenteredIconLabelDescriptionList"/>
    <dgm:cxn modelId="{BB17AF38-D921-43A2-A42C-0830F6B09F1A}" type="presParOf" srcId="{0E33040C-991C-4EFB-96FA-72BEB810BE1E}" destId="{95C9211B-EA81-406A-B3D3-23F51E910F21}" srcOrd="4" destOrd="0" presId="urn:microsoft.com/office/officeart/2018/5/layout/CenteredIconLabelDescriptionList"/>
    <dgm:cxn modelId="{62655D3B-3023-4AFB-B13F-F3D69D78469E}" type="presParOf" srcId="{0FEB4620-F786-41A1-BA32-F77C2B289682}" destId="{024E2D91-991F-4028-8961-4996865CEF65}" srcOrd="3" destOrd="0" presId="urn:microsoft.com/office/officeart/2018/5/layout/CenteredIconLabelDescriptionList"/>
    <dgm:cxn modelId="{86D881F9-4E6B-4D68-AF0C-CA6C57A3A569}" type="presParOf" srcId="{0FEB4620-F786-41A1-BA32-F77C2B289682}" destId="{D58F7C91-833D-4846-9B4B-CF30C082C20A}" srcOrd="4" destOrd="0" presId="urn:microsoft.com/office/officeart/2018/5/layout/CenteredIconLabelDescriptionList"/>
    <dgm:cxn modelId="{6B97A58E-4CAB-47EE-BB81-9170BE34B36F}" type="presParOf" srcId="{D58F7C91-833D-4846-9B4B-CF30C082C20A}" destId="{1B624CB3-1318-4D10-939B-E7101ED29B4B}" srcOrd="0" destOrd="0" presId="urn:microsoft.com/office/officeart/2018/5/layout/CenteredIconLabelDescriptionList"/>
    <dgm:cxn modelId="{72935B27-7146-40A7-8C13-BFE0432AAAB7}" type="presParOf" srcId="{D58F7C91-833D-4846-9B4B-CF30C082C20A}" destId="{07F850AB-2260-4500-8BE3-10BBFA515EF7}" srcOrd="1" destOrd="0" presId="urn:microsoft.com/office/officeart/2018/5/layout/CenteredIconLabelDescriptionList"/>
    <dgm:cxn modelId="{D365557D-72ED-4097-A834-4A4944FB874F}" type="presParOf" srcId="{D58F7C91-833D-4846-9B4B-CF30C082C20A}" destId="{DA1F9A69-9563-4EFD-95A8-49AA5387BF9B}" srcOrd="2" destOrd="0" presId="urn:microsoft.com/office/officeart/2018/5/layout/CenteredIconLabelDescriptionList"/>
    <dgm:cxn modelId="{6281F565-396E-4422-A004-7E696914AD1E}" type="presParOf" srcId="{D58F7C91-833D-4846-9B4B-CF30C082C20A}" destId="{E498C57B-EF15-4EF7-8CD6-2E758270FD99}" srcOrd="3" destOrd="0" presId="urn:microsoft.com/office/officeart/2018/5/layout/CenteredIconLabelDescriptionList"/>
    <dgm:cxn modelId="{A1EF45DA-677B-4D32-AF95-7D27BEF1ECEC}" type="presParOf" srcId="{D58F7C91-833D-4846-9B4B-CF30C082C20A}" destId="{A7CD2218-9022-414B-80EE-9D9681A98947}" srcOrd="4" destOrd="0" presId="urn:microsoft.com/office/officeart/2018/5/layout/CenteredIconLabelDescriptionList"/>
    <dgm:cxn modelId="{D0C1D90A-3AAF-4775-90B4-5C6F626ED940}" type="presParOf" srcId="{0FEB4620-F786-41A1-BA32-F77C2B289682}" destId="{C0128E1D-3B1E-4D72-8BF0-0DCB102163BB}" srcOrd="5" destOrd="0" presId="urn:microsoft.com/office/officeart/2018/5/layout/CenteredIconLabelDescriptionList"/>
    <dgm:cxn modelId="{7D4FF60A-7779-4152-BCB0-58BA578E03C9}" type="presParOf" srcId="{0FEB4620-F786-41A1-BA32-F77C2B289682}" destId="{FEA45623-4D2F-44F4-84B7-F802D24A5095}" srcOrd="6" destOrd="0" presId="urn:microsoft.com/office/officeart/2018/5/layout/CenteredIconLabelDescriptionList"/>
    <dgm:cxn modelId="{5E94ACA0-20F4-4F76-801F-A536ACB64A8C}" type="presParOf" srcId="{FEA45623-4D2F-44F4-84B7-F802D24A5095}" destId="{9DA2FAB8-4D49-4BBB-A72A-22725462927D}" srcOrd="0" destOrd="0" presId="urn:microsoft.com/office/officeart/2018/5/layout/CenteredIconLabelDescriptionList"/>
    <dgm:cxn modelId="{04ADB9DF-5214-4289-A5F9-11E187435139}" type="presParOf" srcId="{FEA45623-4D2F-44F4-84B7-F802D24A5095}" destId="{FAFB2308-DB2B-47C7-A58A-816D0B22A0A9}" srcOrd="1" destOrd="0" presId="urn:microsoft.com/office/officeart/2018/5/layout/CenteredIconLabelDescriptionList"/>
    <dgm:cxn modelId="{ACD91DAE-1A99-4139-BC0E-C0C1B0C8F3AA}" type="presParOf" srcId="{FEA45623-4D2F-44F4-84B7-F802D24A5095}" destId="{74579B28-BB9B-4C58-B4BF-D52BCE7EE20B}" srcOrd="2" destOrd="0" presId="urn:microsoft.com/office/officeart/2018/5/layout/CenteredIconLabelDescriptionList"/>
    <dgm:cxn modelId="{5D23E650-C19F-4AE0-A34E-B9B6D9CB5479}" type="presParOf" srcId="{FEA45623-4D2F-44F4-84B7-F802D24A5095}" destId="{DB700A88-0EDE-4ADB-91DE-57DAB1D19F7A}" srcOrd="3" destOrd="0" presId="urn:microsoft.com/office/officeart/2018/5/layout/CenteredIconLabelDescriptionList"/>
    <dgm:cxn modelId="{87A42B11-9001-498F-BCF8-D7F4429CC01D}" type="presParOf" srcId="{FEA45623-4D2F-44F4-84B7-F802D24A5095}" destId="{7A2F8FAC-46CF-4179-B058-0D053CF7B0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6A00F0-1CF7-4E2A-A2A1-F4560CC0707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17BB715-0547-467B-908E-FEA45F9649AB}">
      <dgm:prSet/>
      <dgm:spPr/>
      <dgm:t>
        <a:bodyPr/>
        <a:lstStyle/>
        <a:p>
          <a:pPr>
            <a:defRPr b="1"/>
          </a:pPr>
          <a:r>
            <a:rPr lang="en-US" noProof="0" dirty="0"/>
            <a:t>O </a:t>
          </a:r>
          <a:r>
            <a:rPr lang="en-US" noProof="0" dirty="0" err="1"/>
            <a:t>que</a:t>
          </a:r>
          <a:r>
            <a:rPr lang="en-US" noProof="0" dirty="0"/>
            <a:t> é? </a:t>
          </a:r>
        </a:p>
      </dgm:t>
    </dgm:pt>
    <dgm:pt modelId="{56859FED-FDEB-49B2-AD73-B19CBE362806}" type="parTrans" cxnId="{EF175D55-C894-4BB9-B8B7-A31B37C83282}">
      <dgm:prSet/>
      <dgm:spPr/>
      <dgm:t>
        <a:bodyPr/>
        <a:lstStyle/>
        <a:p>
          <a:endParaRPr lang="en-US"/>
        </a:p>
      </dgm:t>
    </dgm:pt>
    <dgm:pt modelId="{9BC75D81-F8AB-4413-BF99-C3F8E732769E}" type="sibTrans" cxnId="{EF175D55-C894-4BB9-B8B7-A31B37C83282}">
      <dgm:prSet/>
      <dgm:spPr/>
      <dgm:t>
        <a:bodyPr/>
        <a:lstStyle/>
        <a:p>
          <a:endParaRPr lang="en-US"/>
        </a:p>
      </dgm:t>
    </dgm:pt>
    <dgm:pt modelId="{288747D9-AD06-4CD1-A82F-DED2046A3D32}">
      <dgm:prSet/>
      <dgm:spPr/>
      <dgm:t>
        <a:bodyPr/>
        <a:lstStyle/>
        <a:p>
          <a:r>
            <a:rPr lang="en-US" noProof="0" dirty="0"/>
            <a:t>Serve para </a:t>
          </a:r>
          <a:r>
            <a:rPr lang="en-US" noProof="0" dirty="0" err="1"/>
            <a:t>impedir</a:t>
          </a:r>
          <a:r>
            <a:rPr lang="en-US" noProof="0" dirty="0"/>
            <a:t> um </a:t>
          </a:r>
          <a:r>
            <a:rPr lang="en-US" noProof="0" dirty="0" err="1"/>
            <a:t>cliente</a:t>
          </a:r>
          <a:r>
            <a:rPr lang="en-US" noProof="0" dirty="0"/>
            <a:t> de </a:t>
          </a:r>
          <a:r>
            <a:rPr lang="en-US" noProof="0" dirty="0" err="1"/>
            <a:t>aceder</a:t>
          </a:r>
          <a:r>
            <a:rPr lang="en-US" noProof="0" dirty="0"/>
            <a:t> a um </a:t>
          </a:r>
          <a:r>
            <a:rPr lang="en-US" noProof="0" dirty="0" err="1"/>
            <a:t>serviço</a:t>
          </a:r>
          <a:r>
            <a:rPr lang="en-US" noProof="0" dirty="0"/>
            <a:t> </a:t>
          </a:r>
          <a:r>
            <a:rPr lang="en-US" noProof="0" dirty="0" err="1"/>
            <a:t>através</a:t>
          </a:r>
          <a:r>
            <a:rPr lang="en-US" noProof="0" dirty="0"/>
            <a:t> da </a:t>
          </a:r>
          <a:r>
            <a:rPr lang="en-US" noProof="0" dirty="0" err="1"/>
            <a:t>sobrecarga</a:t>
          </a:r>
          <a:r>
            <a:rPr lang="en-US" noProof="0" dirty="0"/>
            <a:t> da rede</a:t>
          </a:r>
        </a:p>
      </dgm:t>
    </dgm:pt>
    <dgm:pt modelId="{5D1A602D-D4C3-4FCD-8D6D-B3D0981E120A}" type="parTrans" cxnId="{5C3A0E80-F912-4F99-917B-4A7DCB6F0261}">
      <dgm:prSet/>
      <dgm:spPr/>
      <dgm:t>
        <a:bodyPr/>
        <a:lstStyle/>
        <a:p>
          <a:endParaRPr lang="en-US"/>
        </a:p>
      </dgm:t>
    </dgm:pt>
    <dgm:pt modelId="{744E89DC-57C8-414D-9DD5-EC1316D3B442}" type="sibTrans" cxnId="{5C3A0E80-F912-4F99-917B-4A7DCB6F0261}">
      <dgm:prSet/>
      <dgm:spPr/>
      <dgm:t>
        <a:bodyPr/>
        <a:lstStyle/>
        <a:p>
          <a:endParaRPr lang="en-US"/>
        </a:p>
      </dgm:t>
    </dgm:pt>
    <dgm:pt modelId="{FC69BA1E-0430-4311-87CC-36A55433B350}">
      <dgm:prSet/>
      <dgm:spPr/>
      <dgm:t>
        <a:bodyPr/>
        <a:lstStyle/>
        <a:p>
          <a:pPr>
            <a:defRPr b="1"/>
          </a:pPr>
          <a:r>
            <a:rPr lang="en-US" noProof="0" dirty="0"/>
            <a:t>Input: </a:t>
          </a:r>
        </a:p>
      </dgm:t>
    </dgm:pt>
    <dgm:pt modelId="{AA0CE2EA-3271-4F41-A937-3AA1C0224C55}" type="parTrans" cxnId="{0DFF89D6-9CE2-4094-B510-8AAA27E1847A}">
      <dgm:prSet/>
      <dgm:spPr/>
      <dgm:t>
        <a:bodyPr/>
        <a:lstStyle/>
        <a:p>
          <a:endParaRPr lang="en-US"/>
        </a:p>
      </dgm:t>
    </dgm:pt>
    <dgm:pt modelId="{84AEA089-6CF6-476B-9939-A836D4B59B39}" type="sibTrans" cxnId="{0DFF89D6-9CE2-4094-B510-8AAA27E1847A}">
      <dgm:prSet/>
      <dgm:spPr/>
      <dgm:t>
        <a:bodyPr/>
        <a:lstStyle/>
        <a:p>
          <a:endParaRPr lang="en-US"/>
        </a:p>
      </dgm:t>
    </dgm:pt>
    <dgm:pt modelId="{CC5933FD-B005-42CA-B89F-69D7C2AC3CA5}">
      <dgm:prSet/>
      <dgm:spPr/>
      <dgm:t>
        <a:bodyPr/>
        <a:lstStyle/>
        <a:p>
          <a:r>
            <a:rPr lang="en-US" noProof="0" dirty="0"/>
            <a:t>IP do </a:t>
          </a:r>
          <a:r>
            <a:rPr lang="en-US" noProof="0" dirty="0" err="1"/>
            <a:t>alvo</a:t>
          </a:r>
          <a:endParaRPr lang="en-US" noProof="0" dirty="0"/>
        </a:p>
      </dgm:t>
    </dgm:pt>
    <dgm:pt modelId="{1B434D2D-4946-443E-B613-EAD129D8A985}" type="parTrans" cxnId="{7CD8B5CF-3D4F-405A-9AE8-1EDF8C2612C5}">
      <dgm:prSet/>
      <dgm:spPr/>
      <dgm:t>
        <a:bodyPr/>
        <a:lstStyle/>
        <a:p>
          <a:endParaRPr lang="en-US"/>
        </a:p>
      </dgm:t>
    </dgm:pt>
    <dgm:pt modelId="{6F9BD64F-1707-4986-98D3-6EF76F202B72}" type="sibTrans" cxnId="{7CD8B5CF-3D4F-405A-9AE8-1EDF8C2612C5}">
      <dgm:prSet/>
      <dgm:spPr/>
      <dgm:t>
        <a:bodyPr/>
        <a:lstStyle/>
        <a:p>
          <a:endParaRPr lang="en-US"/>
        </a:p>
      </dgm:t>
    </dgm:pt>
    <dgm:pt modelId="{FC024A3E-289F-49C7-B985-E28E9B01BB50}">
      <dgm:prSet/>
      <dgm:spPr/>
      <dgm:t>
        <a:bodyPr/>
        <a:lstStyle/>
        <a:p>
          <a:pPr>
            <a:defRPr b="1"/>
          </a:pPr>
          <a:r>
            <a:rPr lang="en-US" noProof="0" dirty="0"/>
            <a:t>Output: </a:t>
          </a:r>
        </a:p>
      </dgm:t>
    </dgm:pt>
    <dgm:pt modelId="{205F6AA5-F7C6-4C6D-970D-CFA08129A3F7}" type="parTrans" cxnId="{D898D695-BAC5-40C3-9C5A-D2473F5E8155}">
      <dgm:prSet/>
      <dgm:spPr/>
      <dgm:t>
        <a:bodyPr/>
        <a:lstStyle/>
        <a:p>
          <a:endParaRPr lang="en-US"/>
        </a:p>
      </dgm:t>
    </dgm:pt>
    <dgm:pt modelId="{792B6E83-1592-44B4-86C5-05A0174EFA3E}" type="sibTrans" cxnId="{D898D695-BAC5-40C3-9C5A-D2473F5E8155}">
      <dgm:prSet/>
      <dgm:spPr/>
      <dgm:t>
        <a:bodyPr/>
        <a:lstStyle/>
        <a:p>
          <a:endParaRPr lang="en-US"/>
        </a:p>
      </dgm:t>
    </dgm:pt>
    <dgm:pt modelId="{235256C6-7881-41D2-8428-218FBC63D6BA}">
      <dgm:prSet/>
      <dgm:spPr/>
      <dgm:t>
        <a:bodyPr/>
        <a:lstStyle/>
        <a:p>
          <a:r>
            <a:rPr lang="en-US" noProof="0" dirty="0"/>
            <a:t>Deixa o </a:t>
          </a:r>
          <a:r>
            <a:rPr lang="en-US" noProof="0" dirty="0" err="1"/>
            <a:t>alvo</a:t>
          </a:r>
          <a:r>
            <a:rPr lang="en-US" noProof="0" dirty="0"/>
            <a:t> </a:t>
          </a:r>
          <a:r>
            <a:rPr lang="en-US" noProof="0" dirty="0" err="1"/>
            <a:t>sobrecarregado</a:t>
          </a:r>
          <a:r>
            <a:rPr lang="en-US" noProof="0" dirty="0"/>
            <a:t> e </a:t>
          </a:r>
          <a:r>
            <a:rPr lang="en-US" noProof="0" dirty="0" err="1"/>
            <a:t>incapaz</a:t>
          </a:r>
          <a:r>
            <a:rPr lang="en-US" noProof="0" dirty="0"/>
            <a:t> de </a:t>
          </a:r>
          <a:r>
            <a:rPr lang="en-US" noProof="0" dirty="0" err="1"/>
            <a:t>comunicar</a:t>
          </a:r>
          <a:endParaRPr lang="en-US" noProof="0" dirty="0"/>
        </a:p>
      </dgm:t>
    </dgm:pt>
    <dgm:pt modelId="{41ADF433-1B5E-4BEF-AF12-5E4E9C53D6E5}" type="parTrans" cxnId="{7013FCF6-7D58-419C-9BA8-A675867D1D38}">
      <dgm:prSet/>
      <dgm:spPr/>
      <dgm:t>
        <a:bodyPr/>
        <a:lstStyle/>
        <a:p>
          <a:endParaRPr lang="en-US"/>
        </a:p>
      </dgm:t>
    </dgm:pt>
    <dgm:pt modelId="{9F915CEB-9063-4C5C-9818-F673C69AB818}" type="sibTrans" cxnId="{7013FCF6-7D58-419C-9BA8-A675867D1D38}">
      <dgm:prSet/>
      <dgm:spPr/>
      <dgm:t>
        <a:bodyPr/>
        <a:lstStyle/>
        <a:p>
          <a:endParaRPr lang="en-US"/>
        </a:p>
      </dgm:t>
    </dgm:pt>
    <dgm:pt modelId="{71030DDE-BAC4-40AD-9D22-E8672A1E519D}">
      <dgm:prSet/>
      <dgm:spPr/>
      <dgm:t>
        <a:bodyPr/>
        <a:lstStyle/>
        <a:p>
          <a:pPr>
            <a:defRPr b="1"/>
          </a:pPr>
          <a:r>
            <a:rPr lang="en-US" noProof="0" dirty="0"/>
            <a:t>Feito: </a:t>
          </a:r>
        </a:p>
      </dgm:t>
    </dgm:pt>
    <dgm:pt modelId="{7DA98D1B-8646-4A86-BEF2-54F1AF0C244E}" type="parTrans" cxnId="{85F38046-682A-4F93-9F27-25F3589C2725}">
      <dgm:prSet/>
      <dgm:spPr/>
      <dgm:t>
        <a:bodyPr/>
        <a:lstStyle/>
        <a:p>
          <a:endParaRPr lang="en-US"/>
        </a:p>
      </dgm:t>
    </dgm:pt>
    <dgm:pt modelId="{A7231C2E-08F0-4766-AF75-7C3A58501DDB}" type="sibTrans" cxnId="{85F38046-682A-4F93-9F27-25F3589C2725}">
      <dgm:prSet/>
      <dgm:spPr/>
      <dgm:t>
        <a:bodyPr/>
        <a:lstStyle/>
        <a:p>
          <a:endParaRPr lang="en-US"/>
        </a:p>
      </dgm:t>
    </dgm:pt>
    <dgm:pt modelId="{3E25FC1D-3F6C-46C9-B606-894D736F6169}">
      <dgm:prSet/>
      <dgm:spPr/>
      <dgm:t>
        <a:bodyPr/>
        <a:lstStyle/>
        <a:p>
          <a:r>
            <a:rPr lang="en-US" noProof="0" dirty="0"/>
            <a:t>Com Sockets</a:t>
          </a:r>
        </a:p>
      </dgm:t>
    </dgm:pt>
    <dgm:pt modelId="{B41766DD-AEBE-4A50-8586-4200F30B90A6}" type="parTrans" cxnId="{32B97238-4C1D-4291-B8BA-EC2E5CBFAABF}">
      <dgm:prSet/>
      <dgm:spPr/>
      <dgm:t>
        <a:bodyPr/>
        <a:lstStyle/>
        <a:p>
          <a:endParaRPr lang="en-US"/>
        </a:p>
      </dgm:t>
    </dgm:pt>
    <dgm:pt modelId="{5831FEB3-CF16-4077-B2E7-5D9AA89E15D9}" type="sibTrans" cxnId="{32B97238-4C1D-4291-B8BA-EC2E5CBFAABF}">
      <dgm:prSet/>
      <dgm:spPr/>
      <dgm:t>
        <a:bodyPr/>
        <a:lstStyle/>
        <a:p>
          <a:endParaRPr lang="en-US"/>
        </a:p>
      </dgm:t>
    </dgm:pt>
    <dgm:pt modelId="{0B557DB5-2977-4A40-AB8A-6AFF15BD9BC5}" type="pres">
      <dgm:prSet presAssocID="{346A00F0-1CF7-4E2A-A2A1-F4560CC0707D}" presName="root" presStyleCnt="0">
        <dgm:presLayoutVars>
          <dgm:dir/>
          <dgm:resizeHandles val="exact"/>
        </dgm:presLayoutVars>
      </dgm:prSet>
      <dgm:spPr/>
    </dgm:pt>
    <dgm:pt modelId="{70EC4341-0689-4A70-8CDE-8D994C2233D3}" type="pres">
      <dgm:prSet presAssocID="{617BB715-0547-467B-908E-FEA45F9649AB}" presName="compNode" presStyleCnt="0"/>
      <dgm:spPr/>
    </dgm:pt>
    <dgm:pt modelId="{0D9B3B36-D79A-43F2-9801-33B208302088}" type="pres">
      <dgm:prSet presAssocID="{617BB715-0547-467B-908E-FEA45F9649A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E79ED6FF-EE55-402A-A313-7BA085C16ADD}" type="pres">
      <dgm:prSet presAssocID="{617BB715-0547-467B-908E-FEA45F9649AB}" presName="iconSpace" presStyleCnt="0"/>
      <dgm:spPr/>
    </dgm:pt>
    <dgm:pt modelId="{A3E5B21D-533F-4677-A2E2-17207A815EB4}" type="pres">
      <dgm:prSet presAssocID="{617BB715-0547-467B-908E-FEA45F9649AB}" presName="parTx" presStyleLbl="revTx" presStyleIdx="0" presStyleCnt="8">
        <dgm:presLayoutVars>
          <dgm:chMax val="0"/>
          <dgm:chPref val="0"/>
        </dgm:presLayoutVars>
      </dgm:prSet>
      <dgm:spPr/>
    </dgm:pt>
    <dgm:pt modelId="{591646D8-FA96-4C21-8E2A-025DBDE2BEBE}" type="pres">
      <dgm:prSet presAssocID="{617BB715-0547-467B-908E-FEA45F9649AB}" presName="txSpace" presStyleCnt="0"/>
      <dgm:spPr/>
    </dgm:pt>
    <dgm:pt modelId="{88FED7B5-8981-4B41-9784-553D43025856}" type="pres">
      <dgm:prSet presAssocID="{617BB715-0547-467B-908E-FEA45F9649AB}" presName="desTx" presStyleLbl="revTx" presStyleIdx="1" presStyleCnt="8">
        <dgm:presLayoutVars/>
      </dgm:prSet>
      <dgm:spPr/>
    </dgm:pt>
    <dgm:pt modelId="{B86714B6-A7AF-4F11-8900-698BA10EDA3D}" type="pres">
      <dgm:prSet presAssocID="{9BC75D81-F8AB-4413-BF99-C3F8E732769E}" presName="sibTrans" presStyleCnt="0"/>
      <dgm:spPr/>
    </dgm:pt>
    <dgm:pt modelId="{FBF7918D-AF0C-4C84-8D1A-3E8529BEDFDD}" type="pres">
      <dgm:prSet presAssocID="{FC69BA1E-0430-4311-87CC-36A55433B350}" presName="compNode" presStyleCnt="0"/>
      <dgm:spPr/>
    </dgm:pt>
    <dgm:pt modelId="{8E1E3328-FA09-4374-B648-7E4DE6E0096E}" type="pres">
      <dgm:prSet presAssocID="{FC69BA1E-0430-4311-87CC-36A55433B350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8D4E1C62-02A8-4FD6-8E34-404B6293D21B}" type="pres">
      <dgm:prSet presAssocID="{FC69BA1E-0430-4311-87CC-36A55433B350}" presName="iconSpace" presStyleCnt="0"/>
      <dgm:spPr/>
    </dgm:pt>
    <dgm:pt modelId="{004737CF-9F5D-402C-B29F-41C7C7A00ED3}" type="pres">
      <dgm:prSet presAssocID="{FC69BA1E-0430-4311-87CC-36A55433B350}" presName="parTx" presStyleLbl="revTx" presStyleIdx="2" presStyleCnt="8">
        <dgm:presLayoutVars>
          <dgm:chMax val="0"/>
          <dgm:chPref val="0"/>
        </dgm:presLayoutVars>
      </dgm:prSet>
      <dgm:spPr/>
    </dgm:pt>
    <dgm:pt modelId="{8EA624F6-F655-47F5-B2AC-C220EB173A13}" type="pres">
      <dgm:prSet presAssocID="{FC69BA1E-0430-4311-87CC-36A55433B350}" presName="txSpace" presStyleCnt="0"/>
      <dgm:spPr/>
    </dgm:pt>
    <dgm:pt modelId="{793E7FA1-B2E1-47B6-9A4B-57A7A7256D85}" type="pres">
      <dgm:prSet presAssocID="{FC69BA1E-0430-4311-87CC-36A55433B350}" presName="desTx" presStyleLbl="revTx" presStyleIdx="3" presStyleCnt="8">
        <dgm:presLayoutVars/>
      </dgm:prSet>
      <dgm:spPr/>
    </dgm:pt>
    <dgm:pt modelId="{9A37F9E5-C85C-4305-B2C0-9349C6A503B3}" type="pres">
      <dgm:prSet presAssocID="{84AEA089-6CF6-476B-9939-A836D4B59B39}" presName="sibTrans" presStyleCnt="0"/>
      <dgm:spPr/>
    </dgm:pt>
    <dgm:pt modelId="{5334DCBA-1B05-4E01-A4C2-5DC2F7B56F59}" type="pres">
      <dgm:prSet presAssocID="{FC024A3E-289F-49C7-B985-E28E9B01BB50}" presName="compNode" presStyleCnt="0"/>
      <dgm:spPr/>
    </dgm:pt>
    <dgm:pt modelId="{0C21A9C2-0870-4421-85D6-95D77DC6E448}" type="pres">
      <dgm:prSet presAssocID="{FC024A3E-289F-49C7-B985-E28E9B01BB50}" presName="iconRect" presStyleLbl="node1" presStyleIdx="2" presStyleCnt="4"/>
      <dgm:spPr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versar"/>
        </a:ext>
      </dgm:extLst>
    </dgm:pt>
    <dgm:pt modelId="{12492646-5D0A-47C9-B820-2DA916894E73}" type="pres">
      <dgm:prSet presAssocID="{FC024A3E-289F-49C7-B985-E28E9B01BB50}" presName="iconSpace" presStyleCnt="0"/>
      <dgm:spPr/>
    </dgm:pt>
    <dgm:pt modelId="{535C9372-71E7-4A99-A274-A5EED1C36B67}" type="pres">
      <dgm:prSet presAssocID="{FC024A3E-289F-49C7-B985-E28E9B01BB50}" presName="parTx" presStyleLbl="revTx" presStyleIdx="4" presStyleCnt="8">
        <dgm:presLayoutVars>
          <dgm:chMax val="0"/>
          <dgm:chPref val="0"/>
        </dgm:presLayoutVars>
      </dgm:prSet>
      <dgm:spPr/>
    </dgm:pt>
    <dgm:pt modelId="{8D398363-BC7A-4D81-911F-15D844784D9D}" type="pres">
      <dgm:prSet presAssocID="{FC024A3E-289F-49C7-B985-E28E9B01BB50}" presName="txSpace" presStyleCnt="0"/>
      <dgm:spPr/>
    </dgm:pt>
    <dgm:pt modelId="{CC74D176-243C-4660-9F43-D826C027901F}" type="pres">
      <dgm:prSet presAssocID="{FC024A3E-289F-49C7-B985-E28E9B01BB50}" presName="desTx" presStyleLbl="revTx" presStyleIdx="5" presStyleCnt="8">
        <dgm:presLayoutVars/>
      </dgm:prSet>
      <dgm:spPr/>
    </dgm:pt>
    <dgm:pt modelId="{147553A7-A72A-40EE-ABEB-202609F36FC1}" type="pres">
      <dgm:prSet presAssocID="{792B6E83-1592-44B4-86C5-05A0174EFA3E}" presName="sibTrans" presStyleCnt="0"/>
      <dgm:spPr/>
    </dgm:pt>
    <dgm:pt modelId="{7E5DCB78-A1A7-4BCE-8D04-99C6F2577A93}" type="pres">
      <dgm:prSet presAssocID="{71030DDE-BAC4-40AD-9D22-E8672A1E519D}" presName="compNode" presStyleCnt="0"/>
      <dgm:spPr/>
    </dgm:pt>
    <dgm:pt modelId="{3C9610D4-58F8-493B-8A0A-1F6394C95406}" type="pres">
      <dgm:prSet presAssocID="{71030DDE-BAC4-40AD-9D22-E8672A1E519D}" presName="iconRect" presStyleLbl="node1" presStyleIdx="3" presStyleCnt="4"/>
      <dgm:spPr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ção"/>
        </a:ext>
      </dgm:extLst>
    </dgm:pt>
    <dgm:pt modelId="{C30DB611-2B4D-4B26-A3BC-5187784E83AF}" type="pres">
      <dgm:prSet presAssocID="{71030DDE-BAC4-40AD-9D22-E8672A1E519D}" presName="iconSpace" presStyleCnt="0"/>
      <dgm:spPr/>
    </dgm:pt>
    <dgm:pt modelId="{17CD514D-9CA8-4D06-B506-35E68EBB9937}" type="pres">
      <dgm:prSet presAssocID="{71030DDE-BAC4-40AD-9D22-E8672A1E519D}" presName="parTx" presStyleLbl="revTx" presStyleIdx="6" presStyleCnt="8">
        <dgm:presLayoutVars>
          <dgm:chMax val="0"/>
          <dgm:chPref val="0"/>
        </dgm:presLayoutVars>
      </dgm:prSet>
      <dgm:spPr/>
    </dgm:pt>
    <dgm:pt modelId="{F3BF8A20-EDBF-4C99-A8F6-696A92951025}" type="pres">
      <dgm:prSet presAssocID="{71030DDE-BAC4-40AD-9D22-E8672A1E519D}" presName="txSpace" presStyleCnt="0"/>
      <dgm:spPr/>
    </dgm:pt>
    <dgm:pt modelId="{E3BB8BC8-FA53-46A5-8B06-CC95D010547F}" type="pres">
      <dgm:prSet presAssocID="{71030DDE-BAC4-40AD-9D22-E8672A1E519D}" presName="desTx" presStyleLbl="revTx" presStyleIdx="7" presStyleCnt="8">
        <dgm:presLayoutVars/>
      </dgm:prSet>
      <dgm:spPr/>
    </dgm:pt>
  </dgm:ptLst>
  <dgm:cxnLst>
    <dgm:cxn modelId="{D75ECA05-A3D1-418D-9CEE-BAD6F7BB7D21}" type="presOf" srcId="{FC024A3E-289F-49C7-B985-E28E9B01BB50}" destId="{535C9372-71E7-4A99-A274-A5EED1C36B67}" srcOrd="0" destOrd="0" presId="urn:microsoft.com/office/officeart/2018/5/layout/CenteredIconLabelDescriptionList"/>
    <dgm:cxn modelId="{32B97238-4C1D-4291-B8BA-EC2E5CBFAABF}" srcId="{71030DDE-BAC4-40AD-9D22-E8672A1E519D}" destId="{3E25FC1D-3F6C-46C9-B606-894D736F6169}" srcOrd="0" destOrd="0" parTransId="{B41766DD-AEBE-4A50-8586-4200F30B90A6}" sibTransId="{5831FEB3-CF16-4077-B2E7-5D9AA89E15D9}"/>
    <dgm:cxn modelId="{9B0AA241-91FE-4527-AC19-CFF01EB757BF}" type="presOf" srcId="{71030DDE-BAC4-40AD-9D22-E8672A1E519D}" destId="{17CD514D-9CA8-4D06-B506-35E68EBB9937}" srcOrd="0" destOrd="0" presId="urn:microsoft.com/office/officeart/2018/5/layout/CenteredIconLabelDescriptionList"/>
    <dgm:cxn modelId="{85F38046-682A-4F93-9F27-25F3589C2725}" srcId="{346A00F0-1CF7-4E2A-A2A1-F4560CC0707D}" destId="{71030DDE-BAC4-40AD-9D22-E8672A1E519D}" srcOrd="3" destOrd="0" parTransId="{7DA98D1B-8646-4A86-BEF2-54F1AF0C244E}" sibTransId="{A7231C2E-08F0-4766-AF75-7C3A58501DDB}"/>
    <dgm:cxn modelId="{94CC6969-13D8-41B5-8477-320D15634A2B}" type="presOf" srcId="{3E25FC1D-3F6C-46C9-B606-894D736F6169}" destId="{E3BB8BC8-FA53-46A5-8B06-CC95D010547F}" srcOrd="0" destOrd="0" presId="urn:microsoft.com/office/officeart/2018/5/layout/CenteredIconLabelDescriptionList"/>
    <dgm:cxn modelId="{71C4D24F-8E91-4601-9836-15807AC61281}" type="presOf" srcId="{288747D9-AD06-4CD1-A82F-DED2046A3D32}" destId="{88FED7B5-8981-4B41-9784-553D43025856}" srcOrd="0" destOrd="0" presId="urn:microsoft.com/office/officeart/2018/5/layout/CenteredIconLabelDescriptionList"/>
    <dgm:cxn modelId="{EF175D55-C894-4BB9-B8B7-A31B37C83282}" srcId="{346A00F0-1CF7-4E2A-A2A1-F4560CC0707D}" destId="{617BB715-0547-467B-908E-FEA45F9649AB}" srcOrd="0" destOrd="0" parTransId="{56859FED-FDEB-49B2-AD73-B19CBE362806}" sibTransId="{9BC75D81-F8AB-4413-BF99-C3F8E732769E}"/>
    <dgm:cxn modelId="{5C3A0E80-F912-4F99-917B-4A7DCB6F0261}" srcId="{617BB715-0547-467B-908E-FEA45F9649AB}" destId="{288747D9-AD06-4CD1-A82F-DED2046A3D32}" srcOrd="0" destOrd="0" parTransId="{5D1A602D-D4C3-4FCD-8D6D-B3D0981E120A}" sibTransId="{744E89DC-57C8-414D-9DD5-EC1316D3B442}"/>
    <dgm:cxn modelId="{D898D695-BAC5-40C3-9C5A-D2473F5E8155}" srcId="{346A00F0-1CF7-4E2A-A2A1-F4560CC0707D}" destId="{FC024A3E-289F-49C7-B985-E28E9B01BB50}" srcOrd="2" destOrd="0" parTransId="{205F6AA5-F7C6-4C6D-970D-CFA08129A3F7}" sibTransId="{792B6E83-1592-44B4-86C5-05A0174EFA3E}"/>
    <dgm:cxn modelId="{B20D7EA1-771A-4956-BD70-409F82FE8EC7}" type="presOf" srcId="{FC69BA1E-0430-4311-87CC-36A55433B350}" destId="{004737CF-9F5D-402C-B29F-41C7C7A00ED3}" srcOrd="0" destOrd="0" presId="urn:microsoft.com/office/officeart/2018/5/layout/CenteredIconLabelDescriptionList"/>
    <dgm:cxn modelId="{D70AD5A2-4A0F-4608-8EF6-19AFF4543346}" type="presOf" srcId="{CC5933FD-B005-42CA-B89F-69D7C2AC3CA5}" destId="{793E7FA1-B2E1-47B6-9A4B-57A7A7256D85}" srcOrd="0" destOrd="0" presId="urn:microsoft.com/office/officeart/2018/5/layout/CenteredIconLabelDescriptionList"/>
    <dgm:cxn modelId="{A4C4DAB3-2B29-4B1A-A0CA-F3D10D81AF52}" type="presOf" srcId="{235256C6-7881-41D2-8428-218FBC63D6BA}" destId="{CC74D176-243C-4660-9F43-D826C027901F}" srcOrd="0" destOrd="0" presId="urn:microsoft.com/office/officeart/2018/5/layout/CenteredIconLabelDescriptionList"/>
    <dgm:cxn modelId="{7CD8B5CF-3D4F-405A-9AE8-1EDF8C2612C5}" srcId="{FC69BA1E-0430-4311-87CC-36A55433B350}" destId="{CC5933FD-B005-42CA-B89F-69D7C2AC3CA5}" srcOrd="0" destOrd="0" parTransId="{1B434D2D-4946-443E-B613-EAD129D8A985}" sibTransId="{6F9BD64F-1707-4986-98D3-6EF76F202B72}"/>
    <dgm:cxn modelId="{0DFF89D6-9CE2-4094-B510-8AAA27E1847A}" srcId="{346A00F0-1CF7-4E2A-A2A1-F4560CC0707D}" destId="{FC69BA1E-0430-4311-87CC-36A55433B350}" srcOrd="1" destOrd="0" parTransId="{AA0CE2EA-3271-4F41-A937-3AA1C0224C55}" sibTransId="{84AEA089-6CF6-476B-9939-A836D4B59B39}"/>
    <dgm:cxn modelId="{57B511F6-2218-49CE-9996-8832468A1B35}" type="presOf" srcId="{617BB715-0547-467B-908E-FEA45F9649AB}" destId="{A3E5B21D-533F-4677-A2E2-17207A815EB4}" srcOrd="0" destOrd="0" presId="urn:microsoft.com/office/officeart/2018/5/layout/CenteredIconLabelDescriptionList"/>
    <dgm:cxn modelId="{7013FCF6-7D58-419C-9BA8-A675867D1D38}" srcId="{FC024A3E-289F-49C7-B985-E28E9B01BB50}" destId="{235256C6-7881-41D2-8428-218FBC63D6BA}" srcOrd="0" destOrd="0" parTransId="{41ADF433-1B5E-4BEF-AF12-5E4E9C53D6E5}" sibTransId="{9F915CEB-9063-4C5C-9818-F673C69AB818}"/>
    <dgm:cxn modelId="{6F1CB3FF-1135-45AC-A4BE-6ECEC20C6D41}" type="presOf" srcId="{346A00F0-1CF7-4E2A-A2A1-F4560CC0707D}" destId="{0B557DB5-2977-4A40-AB8A-6AFF15BD9BC5}" srcOrd="0" destOrd="0" presId="urn:microsoft.com/office/officeart/2018/5/layout/CenteredIconLabelDescriptionList"/>
    <dgm:cxn modelId="{2AE0529A-BD7E-4814-86D5-F1098A046F84}" type="presParOf" srcId="{0B557DB5-2977-4A40-AB8A-6AFF15BD9BC5}" destId="{70EC4341-0689-4A70-8CDE-8D994C2233D3}" srcOrd="0" destOrd="0" presId="urn:microsoft.com/office/officeart/2018/5/layout/CenteredIconLabelDescriptionList"/>
    <dgm:cxn modelId="{D78A67B3-06FB-4B43-95BD-3F80F90204CA}" type="presParOf" srcId="{70EC4341-0689-4A70-8CDE-8D994C2233D3}" destId="{0D9B3B36-D79A-43F2-9801-33B208302088}" srcOrd="0" destOrd="0" presId="urn:microsoft.com/office/officeart/2018/5/layout/CenteredIconLabelDescriptionList"/>
    <dgm:cxn modelId="{896E598F-73D1-4764-A494-7867EBE0D3D5}" type="presParOf" srcId="{70EC4341-0689-4A70-8CDE-8D994C2233D3}" destId="{E79ED6FF-EE55-402A-A313-7BA085C16ADD}" srcOrd="1" destOrd="0" presId="urn:microsoft.com/office/officeart/2018/5/layout/CenteredIconLabelDescriptionList"/>
    <dgm:cxn modelId="{6C648F86-14D0-4C30-8DE6-626A08F47C18}" type="presParOf" srcId="{70EC4341-0689-4A70-8CDE-8D994C2233D3}" destId="{A3E5B21D-533F-4677-A2E2-17207A815EB4}" srcOrd="2" destOrd="0" presId="urn:microsoft.com/office/officeart/2018/5/layout/CenteredIconLabelDescriptionList"/>
    <dgm:cxn modelId="{2B6D8AC0-84E6-495F-9E51-397912E55C00}" type="presParOf" srcId="{70EC4341-0689-4A70-8CDE-8D994C2233D3}" destId="{591646D8-FA96-4C21-8E2A-025DBDE2BEBE}" srcOrd="3" destOrd="0" presId="urn:microsoft.com/office/officeart/2018/5/layout/CenteredIconLabelDescriptionList"/>
    <dgm:cxn modelId="{359DE5AC-8395-4DD7-ABB2-12DCC1B1FF5D}" type="presParOf" srcId="{70EC4341-0689-4A70-8CDE-8D994C2233D3}" destId="{88FED7B5-8981-4B41-9784-553D43025856}" srcOrd="4" destOrd="0" presId="urn:microsoft.com/office/officeart/2018/5/layout/CenteredIconLabelDescriptionList"/>
    <dgm:cxn modelId="{01E1F3AF-26B1-4830-9176-CF5163652D19}" type="presParOf" srcId="{0B557DB5-2977-4A40-AB8A-6AFF15BD9BC5}" destId="{B86714B6-A7AF-4F11-8900-698BA10EDA3D}" srcOrd="1" destOrd="0" presId="urn:microsoft.com/office/officeart/2018/5/layout/CenteredIconLabelDescriptionList"/>
    <dgm:cxn modelId="{307856AA-0253-420F-B478-0116BCB8588C}" type="presParOf" srcId="{0B557DB5-2977-4A40-AB8A-6AFF15BD9BC5}" destId="{FBF7918D-AF0C-4C84-8D1A-3E8529BEDFDD}" srcOrd="2" destOrd="0" presId="urn:microsoft.com/office/officeart/2018/5/layout/CenteredIconLabelDescriptionList"/>
    <dgm:cxn modelId="{F464F26D-6B97-44DE-9619-90093C8ABB0B}" type="presParOf" srcId="{FBF7918D-AF0C-4C84-8D1A-3E8529BEDFDD}" destId="{8E1E3328-FA09-4374-B648-7E4DE6E0096E}" srcOrd="0" destOrd="0" presId="urn:microsoft.com/office/officeart/2018/5/layout/CenteredIconLabelDescriptionList"/>
    <dgm:cxn modelId="{252F2AE1-FCDA-4246-81EF-FD4C45C9D251}" type="presParOf" srcId="{FBF7918D-AF0C-4C84-8D1A-3E8529BEDFDD}" destId="{8D4E1C62-02A8-4FD6-8E34-404B6293D21B}" srcOrd="1" destOrd="0" presId="urn:microsoft.com/office/officeart/2018/5/layout/CenteredIconLabelDescriptionList"/>
    <dgm:cxn modelId="{8DB99EC1-FF83-49F5-B6E1-0C17F13241C9}" type="presParOf" srcId="{FBF7918D-AF0C-4C84-8D1A-3E8529BEDFDD}" destId="{004737CF-9F5D-402C-B29F-41C7C7A00ED3}" srcOrd="2" destOrd="0" presId="urn:microsoft.com/office/officeart/2018/5/layout/CenteredIconLabelDescriptionList"/>
    <dgm:cxn modelId="{D166A5F9-7BDE-4559-9828-A99C115D41B6}" type="presParOf" srcId="{FBF7918D-AF0C-4C84-8D1A-3E8529BEDFDD}" destId="{8EA624F6-F655-47F5-B2AC-C220EB173A13}" srcOrd="3" destOrd="0" presId="urn:microsoft.com/office/officeart/2018/5/layout/CenteredIconLabelDescriptionList"/>
    <dgm:cxn modelId="{BFAEC688-B032-4230-BF96-133DD5215F88}" type="presParOf" srcId="{FBF7918D-AF0C-4C84-8D1A-3E8529BEDFDD}" destId="{793E7FA1-B2E1-47B6-9A4B-57A7A7256D85}" srcOrd="4" destOrd="0" presId="urn:microsoft.com/office/officeart/2018/5/layout/CenteredIconLabelDescriptionList"/>
    <dgm:cxn modelId="{78A4CA37-4C06-4597-8D3E-F4851664DBEC}" type="presParOf" srcId="{0B557DB5-2977-4A40-AB8A-6AFF15BD9BC5}" destId="{9A37F9E5-C85C-4305-B2C0-9349C6A503B3}" srcOrd="3" destOrd="0" presId="urn:microsoft.com/office/officeart/2018/5/layout/CenteredIconLabelDescriptionList"/>
    <dgm:cxn modelId="{4E6DFCD3-A75B-4827-A346-0A0C7330D847}" type="presParOf" srcId="{0B557DB5-2977-4A40-AB8A-6AFF15BD9BC5}" destId="{5334DCBA-1B05-4E01-A4C2-5DC2F7B56F59}" srcOrd="4" destOrd="0" presId="urn:microsoft.com/office/officeart/2018/5/layout/CenteredIconLabelDescriptionList"/>
    <dgm:cxn modelId="{3A02A43A-50C4-4B3F-9BCE-69AC5AF3D5E3}" type="presParOf" srcId="{5334DCBA-1B05-4E01-A4C2-5DC2F7B56F59}" destId="{0C21A9C2-0870-4421-85D6-95D77DC6E448}" srcOrd="0" destOrd="0" presId="urn:microsoft.com/office/officeart/2018/5/layout/CenteredIconLabelDescriptionList"/>
    <dgm:cxn modelId="{7B45D33D-BD1E-4442-B697-F73604D4E7FF}" type="presParOf" srcId="{5334DCBA-1B05-4E01-A4C2-5DC2F7B56F59}" destId="{12492646-5D0A-47C9-B820-2DA916894E73}" srcOrd="1" destOrd="0" presId="urn:microsoft.com/office/officeart/2018/5/layout/CenteredIconLabelDescriptionList"/>
    <dgm:cxn modelId="{448E64A0-6241-4DB0-990B-1C75A4994128}" type="presParOf" srcId="{5334DCBA-1B05-4E01-A4C2-5DC2F7B56F59}" destId="{535C9372-71E7-4A99-A274-A5EED1C36B67}" srcOrd="2" destOrd="0" presId="urn:microsoft.com/office/officeart/2018/5/layout/CenteredIconLabelDescriptionList"/>
    <dgm:cxn modelId="{2B6F8842-4C10-41A0-AE8C-6606365AF032}" type="presParOf" srcId="{5334DCBA-1B05-4E01-A4C2-5DC2F7B56F59}" destId="{8D398363-BC7A-4D81-911F-15D844784D9D}" srcOrd="3" destOrd="0" presId="urn:microsoft.com/office/officeart/2018/5/layout/CenteredIconLabelDescriptionList"/>
    <dgm:cxn modelId="{E5280002-0869-4929-B44E-1CAD07B40D0D}" type="presParOf" srcId="{5334DCBA-1B05-4E01-A4C2-5DC2F7B56F59}" destId="{CC74D176-243C-4660-9F43-D826C027901F}" srcOrd="4" destOrd="0" presId="urn:microsoft.com/office/officeart/2018/5/layout/CenteredIconLabelDescriptionList"/>
    <dgm:cxn modelId="{92A84210-2019-40D3-9DF0-2E9369FBDE65}" type="presParOf" srcId="{0B557DB5-2977-4A40-AB8A-6AFF15BD9BC5}" destId="{147553A7-A72A-40EE-ABEB-202609F36FC1}" srcOrd="5" destOrd="0" presId="urn:microsoft.com/office/officeart/2018/5/layout/CenteredIconLabelDescriptionList"/>
    <dgm:cxn modelId="{BA9470DB-0500-4C3B-8995-B1AA3D10682B}" type="presParOf" srcId="{0B557DB5-2977-4A40-AB8A-6AFF15BD9BC5}" destId="{7E5DCB78-A1A7-4BCE-8D04-99C6F2577A93}" srcOrd="6" destOrd="0" presId="urn:microsoft.com/office/officeart/2018/5/layout/CenteredIconLabelDescriptionList"/>
    <dgm:cxn modelId="{D91B7D12-E425-44AD-8187-AA0C9FC9B159}" type="presParOf" srcId="{7E5DCB78-A1A7-4BCE-8D04-99C6F2577A93}" destId="{3C9610D4-58F8-493B-8A0A-1F6394C95406}" srcOrd="0" destOrd="0" presId="urn:microsoft.com/office/officeart/2018/5/layout/CenteredIconLabelDescriptionList"/>
    <dgm:cxn modelId="{CBD3909C-6FE7-4154-B0B7-F712102395A9}" type="presParOf" srcId="{7E5DCB78-A1A7-4BCE-8D04-99C6F2577A93}" destId="{C30DB611-2B4D-4B26-A3BC-5187784E83AF}" srcOrd="1" destOrd="0" presId="urn:microsoft.com/office/officeart/2018/5/layout/CenteredIconLabelDescriptionList"/>
    <dgm:cxn modelId="{E5B9AD0D-4FF2-422A-BC52-B0E2737C69D9}" type="presParOf" srcId="{7E5DCB78-A1A7-4BCE-8D04-99C6F2577A93}" destId="{17CD514D-9CA8-4D06-B506-35E68EBB9937}" srcOrd="2" destOrd="0" presId="urn:microsoft.com/office/officeart/2018/5/layout/CenteredIconLabelDescriptionList"/>
    <dgm:cxn modelId="{B4B2FD63-6755-4B30-878A-AF93159D46E3}" type="presParOf" srcId="{7E5DCB78-A1A7-4BCE-8D04-99C6F2577A93}" destId="{F3BF8A20-EDBF-4C99-A8F6-696A92951025}" srcOrd="3" destOrd="0" presId="urn:microsoft.com/office/officeart/2018/5/layout/CenteredIconLabelDescriptionList"/>
    <dgm:cxn modelId="{26D128A3-892B-4933-9472-7FB23A03CD5E}" type="presParOf" srcId="{7E5DCB78-A1A7-4BCE-8D04-99C6F2577A93}" destId="{E3BB8BC8-FA53-46A5-8B06-CC95D010547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491F9E-BEF3-4D37-9CE7-650F89D5E241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66EBF66-4C80-4712-A07C-8C878049E708}">
      <dgm:prSet/>
      <dgm:spPr/>
      <dgm:t>
        <a:bodyPr/>
        <a:lstStyle/>
        <a:p>
          <a:pPr>
            <a:defRPr b="1"/>
          </a:pPr>
          <a:r>
            <a:rPr lang="en-US" noProof="0" dirty="0"/>
            <a:t>O </a:t>
          </a:r>
          <a:r>
            <a:rPr lang="en-US" noProof="0" dirty="0" err="1"/>
            <a:t>que</a:t>
          </a:r>
          <a:r>
            <a:rPr lang="en-US" noProof="0" dirty="0"/>
            <a:t> é? </a:t>
          </a:r>
        </a:p>
      </dgm:t>
    </dgm:pt>
    <dgm:pt modelId="{A704C36C-D54D-4135-AA11-8F36DBB78977}" type="parTrans" cxnId="{4DAE52B1-0485-47CB-8178-C4E62E7D55C1}">
      <dgm:prSet/>
      <dgm:spPr/>
      <dgm:t>
        <a:bodyPr/>
        <a:lstStyle/>
        <a:p>
          <a:endParaRPr lang="en-US"/>
        </a:p>
      </dgm:t>
    </dgm:pt>
    <dgm:pt modelId="{1F2FD91A-CDF3-4DD7-9123-B71A60FFA201}" type="sibTrans" cxnId="{4DAE52B1-0485-47CB-8178-C4E62E7D55C1}">
      <dgm:prSet/>
      <dgm:spPr/>
      <dgm:t>
        <a:bodyPr/>
        <a:lstStyle/>
        <a:p>
          <a:endParaRPr lang="en-US"/>
        </a:p>
      </dgm:t>
    </dgm:pt>
    <dgm:pt modelId="{AD7BDE62-5270-4096-B267-6F36B48A98FA}">
      <dgm:prSet/>
      <dgm:spPr/>
      <dgm:t>
        <a:bodyPr/>
        <a:lstStyle/>
        <a:p>
          <a:r>
            <a:rPr lang="en-US" noProof="0" dirty="0"/>
            <a:t>Serve para </a:t>
          </a:r>
          <a:r>
            <a:rPr lang="en-US" noProof="0" dirty="0" err="1"/>
            <a:t>impedir</a:t>
          </a:r>
          <a:r>
            <a:rPr lang="en-US" noProof="0" dirty="0"/>
            <a:t> um </a:t>
          </a:r>
          <a:r>
            <a:rPr lang="en-US" noProof="0" dirty="0" err="1"/>
            <a:t>cliente</a:t>
          </a:r>
          <a:r>
            <a:rPr lang="en-US" noProof="0" dirty="0"/>
            <a:t> de </a:t>
          </a:r>
          <a:r>
            <a:rPr lang="en-US" noProof="0" dirty="0" err="1"/>
            <a:t>aceder</a:t>
          </a:r>
          <a:r>
            <a:rPr lang="en-US" noProof="0" dirty="0"/>
            <a:t> a um </a:t>
          </a:r>
          <a:r>
            <a:rPr lang="en-US" noProof="0" dirty="0" err="1"/>
            <a:t>serviço</a:t>
          </a:r>
          <a:r>
            <a:rPr lang="en-US" noProof="0" dirty="0"/>
            <a:t> </a:t>
          </a:r>
          <a:r>
            <a:rPr lang="en-US" noProof="0" dirty="0" err="1"/>
            <a:t>através</a:t>
          </a:r>
          <a:r>
            <a:rPr lang="en-US" noProof="0" dirty="0"/>
            <a:t> de Three Way Handshakes </a:t>
          </a:r>
          <a:r>
            <a:rPr lang="en-US" noProof="0" dirty="0" err="1"/>
            <a:t>incompletos</a:t>
          </a:r>
          <a:endParaRPr lang="en-US" noProof="0" dirty="0"/>
        </a:p>
      </dgm:t>
    </dgm:pt>
    <dgm:pt modelId="{8430F259-839C-4F4A-BA61-23F5DD4FE42B}" type="parTrans" cxnId="{A1BB9D7E-5FE2-4FF8-B25A-052712A09808}">
      <dgm:prSet/>
      <dgm:spPr/>
      <dgm:t>
        <a:bodyPr/>
        <a:lstStyle/>
        <a:p>
          <a:endParaRPr lang="en-US"/>
        </a:p>
      </dgm:t>
    </dgm:pt>
    <dgm:pt modelId="{EAFD68D2-E87B-42CC-A4B2-2F26E8C324C9}" type="sibTrans" cxnId="{A1BB9D7E-5FE2-4FF8-B25A-052712A09808}">
      <dgm:prSet/>
      <dgm:spPr/>
      <dgm:t>
        <a:bodyPr/>
        <a:lstStyle/>
        <a:p>
          <a:endParaRPr lang="en-US"/>
        </a:p>
      </dgm:t>
    </dgm:pt>
    <dgm:pt modelId="{7A8B5091-E3CA-4986-AA2D-AA49FECB324A}">
      <dgm:prSet/>
      <dgm:spPr/>
      <dgm:t>
        <a:bodyPr/>
        <a:lstStyle/>
        <a:p>
          <a:pPr>
            <a:defRPr b="1"/>
          </a:pPr>
          <a:r>
            <a:rPr lang="en-US" noProof="0" dirty="0"/>
            <a:t>Input:  </a:t>
          </a:r>
        </a:p>
      </dgm:t>
    </dgm:pt>
    <dgm:pt modelId="{ECB0A970-039E-43BD-8A86-509A63FBACA2}" type="parTrans" cxnId="{202E8479-A41B-454B-8EB5-1CF20647AF19}">
      <dgm:prSet/>
      <dgm:spPr/>
      <dgm:t>
        <a:bodyPr/>
        <a:lstStyle/>
        <a:p>
          <a:endParaRPr lang="en-US"/>
        </a:p>
      </dgm:t>
    </dgm:pt>
    <dgm:pt modelId="{E06F6DD7-0ADC-4720-872E-54D5A41839E4}" type="sibTrans" cxnId="{202E8479-A41B-454B-8EB5-1CF20647AF19}">
      <dgm:prSet/>
      <dgm:spPr/>
      <dgm:t>
        <a:bodyPr/>
        <a:lstStyle/>
        <a:p>
          <a:endParaRPr lang="en-US"/>
        </a:p>
      </dgm:t>
    </dgm:pt>
    <dgm:pt modelId="{8CF1D171-8975-482E-95CC-9099D3FEF412}">
      <dgm:prSet/>
      <dgm:spPr/>
      <dgm:t>
        <a:bodyPr/>
        <a:lstStyle/>
        <a:p>
          <a:r>
            <a:rPr lang="en-US" noProof="0" dirty="0"/>
            <a:t>IP e Porta do Alvo</a:t>
          </a:r>
        </a:p>
      </dgm:t>
    </dgm:pt>
    <dgm:pt modelId="{7484CBBE-F89D-48BF-ABDD-6F67DB519C23}" type="parTrans" cxnId="{7A1838E7-6A70-4CA8-95B4-1EE8639D80DA}">
      <dgm:prSet/>
      <dgm:spPr/>
      <dgm:t>
        <a:bodyPr/>
        <a:lstStyle/>
        <a:p>
          <a:endParaRPr lang="en-US"/>
        </a:p>
      </dgm:t>
    </dgm:pt>
    <dgm:pt modelId="{0AA018A2-251D-4D2D-912C-B04D011A1C9D}" type="sibTrans" cxnId="{7A1838E7-6A70-4CA8-95B4-1EE8639D80DA}">
      <dgm:prSet/>
      <dgm:spPr/>
      <dgm:t>
        <a:bodyPr/>
        <a:lstStyle/>
        <a:p>
          <a:endParaRPr lang="en-US"/>
        </a:p>
      </dgm:t>
    </dgm:pt>
    <dgm:pt modelId="{888EBDC9-D000-48D3-A54A-F5DEB2DCC838}">
      <dgm:prSet/>
      <dgm:spPr/>
      <dgm:t>
        <a:bodyPr/>
        <a:lstStyle/>
        <a:p>
          <a:pPr>
            <a:defRPr b="1"/>
          </a:pPr>
          <a:r>
            <a:rPr lang="en-US" noProof="0" dirty="0"/>
            <a:t>Output: </a:t>
          </a:r>
        </a:p>
      </dgm:t>
    </dgm:pt>
    <dgm:pt modelId="{789F9ADA-9CF6-461A-8E85-B8861F4A813C}" type="parTrans" cxnId="{89615164-4838-48D2-BB86-0BD425675ED3}">
      <dgm:prSet/>
      <dgm:spPr/>
      <dgm:t>
        <a:bodyPr/>
        <a:lstStyle/>
        <a:p>
          <a:endParaRPr lang="en-US"/>
        </a:p>
      </dgm:t>
    </dgm:pt>
    <dgm:pt modelId="{736703B2-197D-4C4A-BC8C-8FA888B58623}" type="sibTrans" cxnId="{89615164-4838-48D2-BB86-0BD425675ED3}">
      <dgm:prSet/>
      <dgm:spPr/>
      <dgm:t>
        <a:bodyPr/>
        <a:lstStyle/>
        <a:p>
          <a:endParaRPr lang="en-US"/>
        </a:p>
      </dgm:t>
    </dgm:pt>
    <dgm:pt modelId="{BF1AC71A-E462-4B3B-9A08-96290D50BAA3}">
      <dgm:prSet/>
      <dgm:spPr/>
      <dgm:t>
        <a:bodyPr/>
        <a:lstStyle/>
        <a:p>
          <a:r>
            <a:rPr lang="en-US" noProof="0" dirty="0"/>
            <a:t>Deixa a rede do </a:t>
          </a:r>
          <a:r>
            <a:rPr lang="en-US" noProof="0" dirty="0" err="1"/>
            <a:t>alvo</a:t>
          </a:r>
          <a:r>
            <a:rPr lang="en-US" noProof="0" dirty="0"/>
            <a:t> </a:t>
          </a:r>
          <a:r>
            <a:rPr lang="en-US" noProof="0" dirty="0" err="1"/>
            <a:t>incapacitada</a:t>
          </a:r>
          <a:endParaRPr lang="en-US" noProof="0" dirty="0"/>
        </a:p>
      </dgm:t>
    </dgm:pt>
    <dgm:pt modelId="{C08195D7-CCA3-4EEB-9274-47C5EA49E96F}" type="parTrans" cxnId="{84A0A0EF-514B-4DE0-89EA-192E0E811D96}">
      <dgm:prSet/>
      <dgm:spPr/>
      <dgm:t>
        <a:bodyPr/>
        <a:lstStyle/>
        <a:p>
          <a:endParaRPr lang="en-US"/>
        </a:p>
      </dgm:t>
    </dgm:pt>
    <dgm:pt modelId="{B846732A-A537-4CCD-950A-1624D6E0FD9C}" type="sibTrans" cxnId="{84A0A0EF-514B-4DE0-89EA-192E0E811D96}">
      <dgm:prSet/>
      <dgm:spPr/>
      <dgm:t>
        <a:bodyPr/>
        <a:lstStyle/>
        <a:p>
          <a:endParaRPr lang="en-US"/>
        </a:p>
      </dgm:t>
    </dgm:pt>
    <dgm:pt modelId="{B1EE1B9A-0C8F-42E9-BCA8-DFCA3C3E46DE}">
      <dgm:prSet/>
      <dgm:spPr/>
      <dgm:t>
        <a:bodyPr/>
        <a:lstStyle/>
        <a:p>
          <a:pPr>
            <a:defRPr b="1"/>
          </a:pPr>
          <a:r>
            <a:rPr lang="en-US" noProof="0" dirty="0"/>
            <a:t>Feito: </a:t>
          </a:r>
        </a:p>
      </dgm:t>
    </dgm:pt>
    <dgm:pt modelId="{3F61C8F4-BAB5-4A87-A266-9795CD6F6E31}" type="parTrans" cxnId="{B0B12FF2-BCC5-476C-A3CD-F273AB6BE24B}">
      <dgm:prSet/>
      <dgm:spPr/>
      <dgm:t>
        <a:bodyPr/>
        <a:lstStyle/>
        <a:p>
          <a:endParaRPr lang="en-US"/>
        </a:p>
      </dgm:t>
    </dgm:pt>
    <dgm:pt modelId="{04D98CBB-6DA6-4C66-9286-FB5B759857EF}" type="sibTrans" cxnId="{B0B12FF2-BCC5-476C-A3CD-F273AB6BE24B}">
      <dgm:prSet/>
      <dgm:spPr/>
      <dgm:t>
        <a:bodyPr/>
        <a:lstStyle/>
        <a:p>
          <a:endParaRPr lang="en-US"/>
        </a:p>
      </dgm:t>
    </dgm:pt>
    <dgm:pt modelId="{73078987-5444-4AF0-9C03-AF8D3BE908CB}">
      <dgm:prSet/>
      <dgm:spPr/>
      <dgm:t>
        <a:bodyPr/>
        <a:lstStyle/>
        <a:p>
          <a:r>
            <a:rPr lang="en-US" noProof="0" dirty="0" err="1"/>
            <a:t>Scapy</a:t>
          </a:r>
          <a:endParaRPr lang="en-US" noProof="0" dirty="0"/>
        </a:p>
      </dgm:t>
    </dgm:pt>
    <dgm:pt modelId="{6A613B3B-F67C-42F1-B08C-4AD282906A88}" type="parTrans" cxnId="{F5E5C5DC-E40C-4420-BE9B-5502BE333AC3}">
      <dgm:prSet/>
      <dgm:spPr/>
      <dgm:t>
        <a:bodyPr/>
        <a:lstStyle/>
        <a:p>
          <a:endParaRPr lang="en-US"/>
        </a:p>
      </dgm:t>
    </dgm:pt>
    <dgm:pt modelId="{FCE9EFE0-2A13-41F2-A691-04DAFF12A999}" type="sibTrans" cxnId="{F5E5C5DC-E40C-4420-BE9B-5502BE333AC3}">
      <dgm:prSet/>
      <dgm:spPr/>
      <dgm:t>
        <a:bodyPr/>
        <a:lstStyle/>
        <a:p>
          <a:endParaRPr lang="en-US"/>
        </a:p>
      </dgm:t>
    </dgm:pt>
    <dgm:pt modelId="{F8AFF722-547B-4F47-A86B-685B196F9355}" type="pres">
      <dgm:prSet presAssocID="{36491F9E-BEF3-4D37-9CE7-650F89D5E241}" presName="root" presStyleCnt="0">
        <dgm:presLayoutVars>
          <dgm:dir/>
          <dgm:resizeHandles val="exact"/>
        </dgm:presLayoutVars>
      </dgm:prSet>
      <dgm:spPr/>
    </dgm:pt>
    <dgm:pt modelId="{48550671-0B2B-42D1-A755-AA310E45D8D2}" type="pres">
      <dgm:prSet presAssocID="{766EBF66-4C80-4712-A07C-8C878049E708}" presName="compNode" presStyleCnt="0"/>
      <dgm:spPr/>
    </dgm:pt>
    <dgm:pt modelId="{22EE5DF6-DC4E-4A93-BECE-F8E8AF29C183}" type="pres">
      <dgm:prSet presAssocID="{766EBF66-4C80-4712-A07C-8C878049E708}" presName="iconRect" presStyleLbl="node1" presStyleIdx="0" presStyleCnt="4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B8A7C590-E95E-4913-B12A-D4374458A293}" type="pres">
      <dgm:prSet presAssocID="{766EBF66-4C80-4712-A07C-8C878049E708}" presName="iconSpace" presStyleCnt="0"/>
      <dgm:spPr/>
    </dgm:pt>
    <dgm:pt modelId="{F27A25C0-BF4D-4E17-AFB3-23FE8C6222A2}" type="pres">
      <dgm:prSet presAssocID="{766EBF66-4C80-4712-A07C-8C878049E708}" presName="parTx" presStyleLbl="revTx" presStyleIdx="0" presStyleCnt="8">
        <dgm:presLayoutVars>
          <dgm:chMax val="0"/>
          <dgm:chPref val="0"/>
        </dgm:presLayoutVars>
      </dgm:prSet>
      <dgm:spPr/>
    </dgm:pt>
    <dgm:pt modelId="{F63E73AE-7E83-44C1-9C7A-2F059F40CC44}" type="pres">
      <dgm:prSet presAssocID="{766EBF66-4C80-4712-A07C-8C878049E708}" presName="txSpace" presStyleCnt="0"/>
      <dgm:spPr/>
    </dgm:pt>
    <dgm:pt modelId="{B1D94900-7450-4DFE-8E03-262194EB7769}" type="pres">
      <dgm:prSet presAssocID="{766EBF66-4C80-4712-A07C-8C878049E708}" presName="desTx" presStyleLbl="revTx" presStyleIdx="1" presStyleCnt="8">
        <dgm:presLayoutVars/>
      </dgm:prSet>
      <dgm:spPr/>
    </dgm:pt>
    <dgm:pt modelId="{E25B23F9-FDB0-4638-9E1A-3FA20832BE7B}" type="pres">
      <dgm:prSet presAssocID="{1F2FD91A-CDF3-4DD7-9123-B71A60FFA201}" presName="sibTrans" presStyleCnt="0"/>
      <dgm:spPr/>
    </dgm:pt>
    <dgm:pt modelId="{D958987F-A0E4-45DE-879D-D548D72C5DCF}" type="pres">
      <dgm:prSet presAssocID="{7A8B5091-E3CA-4986-AA2D-AA49FECB324A}" presName="compNode" presStyleCnt="0"/>
      <dgm:spPr/>
    </dgm:pt>
    <dgm:pt modelId="{C8DDDE1F-AA94-4661-B67F-1AB8D9AE2AD3}" type="pres">
      <dgm:prSet presAssocID="{7A8B5091-E3CA-4986-AA2D-AA49FECB324A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C515F899-8558-4E2C-B17A-48971EE78D5A}" type="pres">
      <dgm:prSet presAssocID="{7A8B5091-E3CA-4986-AA2D-AA49FECB324A}" presName="iconSpace" presStyleCnt="0"/>
      <dgm:spPr/>
    </dgm:pt>
    <dgm:pt modelId="{97B4175F-6BBF-4013-B85A-7BE99170CB5B}" type="pres">
      <dgm:prSet presAssocID="{7A8B5091-E3CA-4986-AA2D-AA49FECB324A}" presName="parTx" presStyleLbl="revTx" presStyleIdx="2" presStyleCnt="8">
        <dgm:presLayoutVars>
          <dgm:chMax val="0"/>
          <dgm:chPref val="0"/>
        </dgm:presLayoutVars>
      </dgm:prSet>
      <dgm:spPr/>
    </dgm:pt>
    <dgm:pt modelId="{B01FDF44-43D3-405E-BEFF-E9B98C34F7CC}" type="pres">
      <dgm:prSet presAssocID="{7A8B5091-E3CA-4986-AA2D-AA49FECB324A}" presName="txSpace" presStyleCnt="0"/>
      <dgm:spPr/>
    </dgm:pt>
    <dgm:pt modelId="{0058EF28-B07A-4D6F-A26A-BB9D88610D5F}" type="pres">
      <dgm:prSet presAssocID="{7A8B5091-E3CA-4986-AA2D-AA49FECB324A}" presName="desTx" presStyleLbl="revTx" presStyleIdx="3" presStyleCnt="8">
        <dgm:presLayoutVars/>
      </dgm:prSet>
      <dgm:spPr/>
    </dgm:pt>
    <dgm:pt modelId="{FF66C59C-918B-4230-8363-39BCB428E979}" type="pres">
      <dgm:prSet presAssocID="{E06F6DD7-0ADC-4720-872E-54D5A41839E4}" presName="sibTrans" presStyleCnt="0"/>
      <dgm:spPr/>
    </dgm:pt>
    <dgm:pt modelId="{6C211150-1EB2-4748-8F6C-E666D4C9238A}" type="pres">
      <dgm:prSet presAssocID="{888EBDC9-D000-48D3-A54A-F5DEB2DCC838}" presName="compNode" presStyleCnt="0"/>
      <dgm:spPr/>
    </dgm:pt>
    <dgm:pt modelId="{3748B747-DD73-4C7C-93F6-5DC682EE6416}" type="pres">
      <dgm:prSet presAssocID="{888EBDC9-D000-48D3-A54A-F5DEB2DCC838}" presName="iconRect" presStyleLbl="node1" presStyleIdx="2" presStyleCnt="4"/>
      <dgm:spPr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07E5C199-8AC6-489F-9481-1F94BF5898F8}" type="pres">
      <dgm:prSet presAssocID="{888EBDC9-D000-48D3-A54A-F5DEB2DCC838}" presName="iconSpace" presStyleCnt="0"/>
      <dgm:spPr/>
    </dgm:pt>
    <dgm:pt modelId="{6A4B4868-0669-4DC2-81E8-330156DDAB07}" type="pres">
      <dgm:prSet presAssocID="{888EBDC9-D000-48D3-A54A-F5DEB2DCC838}" presName="parTx" presStyleLbl="revTx" presStyleIdx="4" presStyleCnt="8">
        <dgm:presLayoutVars>
          <dgm:chMax val="0"/>
          <dgm:chPref val="0"/>
        </dgm:presLayoutVars>
      </dgm:prSet>
      <dgm:spPr/>
    </dgm:pt>
    <dgm:pt modelId="{19AD62F0-52AA-43CF-82DD-6FD914344E7C}" type="pres">
      <dgm:prSet presAssocID="{888EBDC9-D000-48D3-A54A-F5DEB2DCC838}" presName="txSpace" presStyleCnt="0"/>
      <dgm:spPr/>
    </dgm:pt>
    <dgm:pt modelId="{ED5418AF-C5B0-416D-A102-1FB0FFAD5C1E}" type="pres">
      <dgm:prSet presAssocID="{888EBDC9-D000-48D3-A54A-F5DEB2DCC838}" presName="desTx" presStyleLbl="revTx" presStyleIdx="5" presStyleCnt="8">
        <dgm:presLayoutVars/>
      </dgm:prSet>
      <dgm:spPr/>
    </dgm:pt>
    <dgm:pt modelId="{833C8232-C54C-4321-97D3-B6BE36AA8D01}" type="pres">
      <dgm:prSet presAssocID="{736703B2-197D-4C4A-BC8C-8FA888B58623}" presName="sibTrans" presStyleCnt="0"/>
      <dgm:spPr/>
    </dgm:pt>
    <dgm:pt modelId="{A8E36631-D3C1-45AC-947B-EA573F4BE224}" type="pres">
      <dgm:prSet presAssocID="{B1EE1B9A-0C8F-42E9-BCA8-DFCA3C3E46DE}" presName="compNode" presStyleCnt="0"/>
      <dgm:spPr/>
    </dgm:pt>
    <dgm:pt modelId="{6706BEC2-ECDA-4C7C-AD37-3C709CC7D09F}" type="pres">
      <dgm:prSet presAssocID="{B1EE1B9A-0C8F-42E9-BCA8-DFCA3C3E46DE}" presName="iconRect" presStyleLbl="node1" presStyleIdx="3" presStyleCnt="4"/>
      <dgm:spPr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ões"/>
        </a:ext>
      </dgm:extLst>
    </dgm:pt>
    <dgm:pt modelId="{919C0049-AC65-4B93-9209-6B33F107B5E2}" type="pres">
      <dgm:prSet presAssocID="{B1EE1B9A-0C8F-42E9-BCA8-DFCA3C3E46DE}" presName="iconSpace" presStyleCnt="0"/>
      <dgm:spPr/>
    </dgm:pt>
    <dgm:pt modelId="{8716EBD0-7EB4-4445-B825-6F6EE4F08927}" type="pres">
      <dgm:prSet presAssocID="{B1EE1B9A-0C8F-42E9-BCA8-DFCA3C3E46DE}" presName="parTx" presStyleLbl="revTx" presStyleIdx="6" presStyleCnt="8">
        <dgm:presLayoutVars>
          <dgm:chMax val="0"/>
          <dgm:chPref val="0"/>
        </dgm:presLayoutVars>
      </dgm:prSet>
      <dgm:spPr/>
    </dgm:pt>
    <dgm:pt modelId="{7967AC43-627D-4CD8-B604-E2860BCC2D32}" type="pres">
      <dgm:prSet presAssocID="{B1EE1B9A-0C8F-42E9-BCA8-DFCA3C3E46DE}" presName="txSpace" presStyleCnt="0"/>
      <dgm:spPr/>
    </dgm:pt>
    <dgm:pt modelId="{615035C8-A8FE-454E-9B5A-DF582E1CC836}" type="pres">
      <dgm:prSet presAssocID="{B1EE1B9A-0C8F-42E9-BCA8-DFCA3C3E46DE}" presName="desTx" presStyleLbl="revTx" presStyleIdx="7" presStyleCnt="8">
        <dgm:presLayoutVars/>
      </dgm:prSet>
      <dgm:spPr/>
    </dgm:pt>
  </dgm:ptLst>
  <dgm:cxnLst>
    <dgm:cxn modelId="{3D23CB2B-5CF2-4DD2-A087-F3BB3A6FA770}" type="presOf" srcId="{73078987-5444-4AF0-9C03-AF8D3BE908CB}" destId="{615035C8-A8FE-454E-9B5A-DF582E1CC836}" srcOrd="0" destOrd="0" presId="urn:microsoft.com/office/officeart/2018/2/layout/IconLabelDescriptionList"/>
    <dgm:cxn modelId="{F8501237-B0E2-4BA0-91F6-CB3E60572167}" type="presOf" srcId="{36491F9E-BEF3-4D37-9CE7-650F89D5E241}" destId="{F8AFF722-547B-4F47-A86B-685B196F9355}" srcOrd="0" destOrd="0" presId="urn:microsoft.com/office/officeart/2018/2/layout/IconLabelDescriptionList"/>
    <dgm:cxn modelId="{1F49A342-6C84-48B9-9451-C20815D50682}" type="presOf" srcId="{AD7BDE62-5270-4096-B267-6F36B48A98FA}" destId="{B1D94900-7450-4DFE-8E03-262194EB7769}" srcOrd="0" destOrd="0" presId="urn:microsoft.com/office/officeart/2018/2/layout/IconLabelDescriptionList"/>
    <dgm:cxn modelId="{89615164-4838-48D2-BB86-0BD425675ED3}" srcId="{36491F9E-BEF3-4D37-9CE7-650F89D5E241}" destId="{888EBDC9-D000-48D3-A54A-F5DEB2DCC838}" srcOrd="2" destOrd="0" parTransId="{789F9ADA-9CF6-461A-8E85-B8861F4A813C}" sibTransId="{736703B2-197D-4C4A-BC8C-8FA888B58623}"/>
    <dgm:cxn modelId="{E9D85449-03A7-48F5-A4ED-BFA7C0DB9346}" type="presOf" srcId="{BF1AC71A-E462-4B3B-9A08-96290D50BAA3}" destId="{ED5418AF-C5B0-416D-A102-1FB0FFAD5C1E}" srcOrd="0" destOrd="0" presId="urn:microsoft.com/office/officeart/2018/2/layout/IconLabelDescriptionList"/>
    <dgm:cxn modelId="{202E8479-A41B-454B-8EB5-1CF20647AF19}" srcId="{36491F9E-BEF3-4D37-9CE7-650F89D5E241}" destId="{7A8B5091-E3CA-4986-AA2D-AA49FECB324A}" srcOrd="1" destOrd="0" parTransId="{ECB0A970-039E-43BD-8A86-509A63FBACA2}" sibTransId="{E06F6DD7-0ADC-4720-872E-54D5A41839E4}"/>
    <dgm:cxn modelId="{A1BB9D7E-5FE2-4FF8-B25A-052712A09808}" srcId="{766EBF66-4C80-4712-A07C-8C878049E708}" destId="{AD7BDE62-5270-4096-B267-6F36B48A98FA}" srcOrd="0" destOrd="0" parTransId="{8430F259-839C-4F4A-BA61-23F5DD4FE42B}" sibTransId="{EAFD68D2-E87B-42CC-A4B2-2F26E8C324C9}"/>
    <dgm:cxn modelId="{1BAE9BA8-6316-48AF-BFAF-5B63D031D427}" type="presOf" srcId="{7A8B5091-E3CA-4986-AA2D-AA49FECB324A}" destId="{97B4175F-6BBF-4013-B85A-7BE99170CB5B}" srcOrd="0" destOrd="0" presId="urn:microsoft.com/office/officeart/2018/2/layout/IconLabelDescriptionList"/>
    <dgm:cxn modelId="{4DAE52B1-0485-47CB-8178-C4E62E7D55C1}" srcId="{36491F9E-BEF3-4D37-9CE7-650F89D5E241}" destId="{766EBF66-4C80-4712-A07C-8C878049E708}" srcOrd="0" destOrd="0" parTransId="{A704C36C-D54D-4135-AA11-8F36DBB78977}" sibTransId="{1F2FD91A-CDF3-4DD7-9123-B71A60FFA201}"/>
    <dgm:cxn modelId="{356BC8CE-FDCE-47F4-954E-93359FA25716}" type="presOf" srcId="{8CF1D171-8975-482E-95CC-9099D3FEF412}" destId="{0058EF28-B07A-4D6F-A26A-BB9D88610D5F}" srcOrd="0" destOrd="0" presId="urn:microsoft.com/office/officeart/2018/2/layout/IconLabelDescriptionList"/>
    <dgm:cxn modelId="{F5E5C5DC-E40C-4420-BE9B-5502BE333AC3}" srcId="{B1EE1B9A-0C8F-42E9-BCA8-DFCA3C3E46DE}" destId="{73078987-5444-4AF0-9C03-AF8D3BE908CB}" srcOrd="0" destOrd="0" parTransId="{6A613B3B-F67C-42F1-B08C-4AD282906A88}" sibTransId="{FCE9EFE0-2A13-41F2-A691-04DAFF12A999}"/>
    <dgm:cxn modelId="{58A510E4-ACA7-40F3-9202-AC92AA462AF0}" type="presOf" srcId="{888EBDC9-D000-48D3-A54A-F5DEB2DCC838}" destId="{6A4B4868-0669-4DC2-81E8-330156DDAB07}" srcOrd="0" destOrd="0" presId="urn:microsoft.com/office/officeart/2018/2/layout/IconLabelDescriptionList"/>
    <dgm:cxn modelId="{7A1838E7-6A70-4CA8-95B4-1EE8639D80DA}" srcId="{7A8B5091-E3CA-4986-AA2D-AA49FECB324A}" destId="{8CF1D171-8975-482E-95CC-9099D3FEF412}" srcOrd="0" destOrd="0" parTransId="{7484CBBE-F89D-48BF-ABDD-6F67DB519C23}" sibTransId="{0AA018A2-251D-4D2D-912C-B04D011A1C9D}"/>
    <dgm:cxn modelId="{7C2B71E7-B4AE-4A11-B3C8-F089BCB947CB}" type="presOf" srcId="{B1EE1B9A-0C8F-42E9-BCA8-DFCA3C3E46DE}" destId="{8716EBD0-7EB4-4445-B825-6F6EE4F08927}" srcOrd="0" destOrd="0" presId="urn:microsoft.com/office/officeart/2018/2/layout/IconLabelDescriptionList"/>
    <dgm:cxn modelId="{84A0A0EF-514B-4DE0-89EA-192E0E811D96}" srcId="{888EBDC9-D000-48D3-A54A-F5DEB2DCC838}" destId="{BF1AC71A-E462-4B3B-9A08-96290D50BAA3}" srcOrd="0" destOrd="0" parTransId="{C08195D7-CCA3-4EEB-9274-47C5EA49E96F}" sibTransId="{B846732A-A537-4CCD-950A-1624D6E0FD9C}"/>
    <dgm:cxn modelId="{B0B12FF2-BCC5-476C-A3CD-F273AB6BE24B}" srcId="{36491F9E-BEF3-4D37-9CE7-650F89D5E241}" destId="{B1EE1B9A-0C8F-42E9-BCA8-DFCA3C3E46DE}" srcOrd="3" destOrd="0" parTransId="{3F61C8F4-BAB5-4A87-A266-9795CD6F6E31}" sibTransId="{04D98CBB-6DA6-4C66-9286-FB5B759857EF}"/>
    <dgm:cxn modelId="{4D1835F7-94CB-46C3-9E67-68555C4FCD09}" type="presOf" srcId="{766EBF66-4C80-4712-A07C-8C878049E708}" destId="{F27A25C0-BF4D-4E17-AFB3-23FE8C6222A2}" srcOrd="0" destOrd="0" presId="urn:microsoft.com/office/officeart/2018/2/layout/IconLabelDescriptionList"/>
    <dgm:cxn modelId="{123C284E-72A8-4F87-9B04-4E40ACE007BC}" type="presParOf" srcId="{F8AFF722-547B-4F47-A86B-685B196F9355}" destId="{48550671-0B2B-42D1-A755-AA310E45D8D2}" srcOrd="0" destOrd="0" presId="urn:microsoft.com/office/officeart/2018/2/layout/IconLabelDescriptionList"/>
    <dgm:cxn modelId="{523F53B0-5C94-4CA3-B240-EAD9140EBE40}" type="presParOf" srcId="{48550671-0B2B-42D1-A755-AA310E45D8D2}" destId="{22EE5DF6-DC4E-4A93-BECE-F8E8AF29C183}" srcOrd="0" destOrd="0" presId="urn:microsoft.com/office/officeart/2018/2/layout/IconLabelDescriptionList"/>
    <dgm:cxn modelId="{F72CAB5A-5F88-4B52-BCEB-89502781AAE7}" type="presParOf" srcId="{48550671-0B2B-42D1-A755-AA310E45D8D2}" destId="{B8A7C590-E95E-4913-B12A-D4374458A293}" srcOrd="1" destOrd="0" presId="urn:microsoft.com/office/officeart/2018/2/layout/IconLabelDescriptionList"/>
    <dgm:cxn modelId="{D32DCCF6-1B94-42AF-905D-6D4D55936F9A}" type="presParOf" srcId="{48550671-0B2B-42D1-A755-AA310E45D8D2}" destId="{F27A25C0-BF4D-4E17-AFB3-23FE8C6222A2}" srcOrd="2" destOrd="0" presId="urn:microsoft.com/office/officeart/2018/2/layout/IconLabelDescriptionList"/>
    <dgm:cxn modelId="{47658F46-E017-4B4C-9691-CA0FB9037911}" type="presParOf" srcId="{48550671-0B2B-42D1-A755-AA310E45D8D2}" destId="{F63E73AE-7E83-44C1-9C7A-2F059F40CC44}" srcOrd="3" destOrd="0" presId="urn:microsoft.com/office/officeart/2018/2/layout/IconLabelDescriptionList"/>
    <dgm:cxn modelId="{AE855B14-9BCE-469E-A8EA-9DF92A04BEF6}" type="presParOf" srcId="{48550671-0B2B-42D1-A755-AA310E45D8D2}" destId="{B1D94900-7450-4DFE-8E03-262194EB7769}" srcOrd="4" destOrd="0" presId="urn:microsoft.com/office/officeart/2018/2/layout/IconLabelDescriptionList"/>
    <dgm:cxn modelId="{6953130E-2669-41E5-80C0-B73C9C37B03B}" type="presParOf" srcId="{F8AFF722-547B-4F47-A86B-685B196F9355}" destId="{E25B23F9-FDB0-4638-9E1A-3FA20832BE7B}" srcOrd="1" destOrd="0" presId="urn:microsoft.com/office/officeart/2018/2/layout/IconLabelDescriptionList"/>
    <dgm:cxn modelId="{ABDE1A1B-43F3-48FE-BA50-7D1A7DCB35C4}" type="presParOf" srcId="{F8AFF722-547B-4F47-A86B-685B196F9355}" destId="{D958987F-A0E4-45DE-879D-D548D72C5DCF}" srcOrd="2" destOrd="0" presId="urn:microsoft.com/office/officeart/2018/2/layout/IconLabelDescriptionList"/>
    <dgm:cxn modelId="{8FC1592C-2CE0-4FE0-8359-0C9CCC2E4877}" type="presParOf" srcId="{D958987F-A0E4-45DE-879D-D548D72C5DCF}" destId="{C8DDDE1F-AA94-4661-B67F-1AB8D9AE2AD3}" srcOrd="0" destOrd="0" presId="urn:microsoft.com/office/officeart/2018/2/layout/IconLabelDescriptionList"/>
    <dgm:cxn modelId="{6EEDAF6C-045F-4FDF-BE65-9D15317185A6}" type="presParOf" srcId="{D958987F-A0E4-45DE-879D-D548D72C5DCF}" destId="{C515F899-8558-4E2C-B17A-48971EE78D5A}" srcOrd="1" destOrd="0" presId="urn:microsoft.com/office/officeart/2018/2/layout/IconLabelDescriptionList"/>
    <dgm:cxn modelId="{04073B68-8EF3-4DCA-9239-455538ED5182}" type="presParOf" srcId="{D958987F-A0E4-45DE-879D-D548D72C5DCF}" destId="{97B4175F-6BBF-4013-B85A-7BE99170CB5B}" srcOrd="2" destOrd="0" presId="urn:microsoft.com/office/officeart/2018/2/layout/IconLabelDescriptionList"/>
    <dgm:cxn modelId="{6C051854-46D4-438E-AD1A-985FF91E34DC}" type="presParOf" srcId="{D958987F-A0E4-45DE-879D-D548D72C5DCF}" destId="{B01FDF44-43D3-405E-BEFF-E9B98C34F7CC}" srcOrd="3" destOrd="0" presId="urn:microsoft.com/office/officeart/2018/2/layout/IconLabelDescriptionList"/>
    <dgm:cxn modelId="{B0FC2ACF-EEC2-4C05-B7A8-B6C987A5ED6A}" type="presParOf" srcId="{D958987F-A0E4-45DE-879D-D548D72C5DCF}" destId="{0058EF28-B07A-4D6F-A26A-BB9D88610D5F}" srcOrd="4" destOrd="0" presId="urn:microsoft.com/office/officeart/2018/2/layout/IconLabelDescriptionList"/>
    <dgm:cxn modelId="{B84955FC-F0AE-4DA3-9E5A-F9A052D667B4}" type="presParOf" srcId="{F8AFF722-547B-4F47-A86B-685B196F9355}" destId="{FF66C59C-918B-4230-8363-39BCB428E979}" srcOrd="3" destOrd="0" presId="urn:microsoft.com/office/officeart/2018/2/layout/IconLabelDescriptionList"/>
    <dgm:cxn modelId="{03206B9C-AD3B-44C7-87D7-F86447BBEAFF}" type="presParOf" srcId="{F8AFF722-547B-4F47-A86B-685B196F9355}" destId="{6C211150-1EB2-4748-8F6C-E666D4C9238A}" srcOrd="4" destOrd="0" presId="urn:microsoft.com/office/officeart/2018/2/layout/IconLabelDescriptionList"/>
    <dgm:cxn modelId="{9A865481-5585-4D42-8679-0779EC7B8C2F}" type="presParOf" srcId="{6C211150-1EB2-4748-8F6C-E666D4C9238A}" destId="{3748B747-DD73-4C7C-93F6-5DC682EE6416}" srcOrd="0" destOrd="0" presId="urn:microsoft.com/office/officeart/2018/2/layout/IconLabelDescriptionList"/>
    <dgm:cxn modelId="{0709C78B-29C0-4E58-B3AC-603214B0D50F}" type="presParOf" srcId="{6C211150-1EB2-4748-8F6C-E666D4C9238A}" destId="{07E5C199-8AC6-489F-9481-1F94BF5898F8}" srcOrd="1" destOrd="0" presId="urn:microsoft.com/office/officeart/2018/2/layout/IconLabelDescriptionList"/>
    <dgm:cxn modelId="{A20E9D9B-0F55-47A0-B333-B5B4C417F783}" type="presParOf" srcId="{6C211150-1EB2-4748-8F6C-E666D4C9238A}" destId="{6A4B4868-0669-4DC2-81E8-330156DDAB07}" srcOrd="2" destOrd="0" presId="urn:microsoft.com/office/officeart/2018/2/layout/IconLabelDescriptionList"/>
    <dgm:cxn modelId="{E8AC42B1-C975-4162-94CB-58CC09B6C389}" type="presParOf" srcId="{6C211150-1EB2-4748-8F6C-E666D4C9238A}" destId="{19AD62F0-52AA-43CF-82DD-6FD914344E7C}" srcOrd="3" destOrd="0" presId="urn:microsoft.com/office/officeart/2018/2/layout/IconLabelDescriptionList"/>
    <dgm:cxn modelId="{6B0DD6CB-4150-42D8-9772-50B543985BF6}" type="presParOf" srcId="{6C211150-1EB2-4748-8F6C-E666D4C9238A}" destId="{ED5418AF-C5B0-416D-A102-1FB0FFAD5C1E}" srcOrd="4" destOrd="0" presId="urn:microsoft.com/office/officeart/2018/2/layout/IconLabelDescriptionList"/>
    <dgm:cxn modelId="{410C26FB-291B-45BC-A6A6-29EF9894157E}" type="presParOf" srcId="{F8AFF722-547B-4F47-A86B-685B196F9355}" destId="{833C8232-C54C-4321-97D3-B6BE36AA8D01}" srcOrd="5" destOrd="0" presId="urn:microsoft.com/office/officeart/2018/2/layout/IconLabelDescriptionList"/>
    <dgm:cxn modelId="{B469B993-587D-4C07-A5C6-EBEE3AD489EB}" type="presParOf" srcId="{F8AFF722-547B-4F47-A86B-685B196F9355}" destId="{A8E36631-D3C1-45AC-947B-EA573F4BE224}" srcOrd="6" destOrd="0" presId="urn:microsoft.com/office/officeart/2018/2/layout/IconLabelDescriptionList"/>
    <dgm:cxn modelId="{93656763-6AE3-4011-B165-EFC5DCFA9645}" type="presParOf" srcId="{A8E36631-D3C1-45AC-947B-EA573F4BE224}" destId="{6706BEC2-ECDA-4C7C-AD37-3C709CC7D09F}" srcOrd="0" destOrd="0" presId="urn:microsoft.com/office/officeart/2018/2/layout/IconLabelDescriptionList"/>
    <dgm:cxn modelId="{7CF13A63-CA09-4410-A2C9-0EF63EDC9D1B}" type="presParOf" srcId="{A8E36631-D3C1-45AC-947B-EA573F4BE224}" destId="{919C0049-AC65-4B93-9209-6B33F107B5E2}" srcOrd="1" destOrd="0" presId="urn:microsoft.com/office/officeart/2018/2/layout/IconLabelDescriptionList"/>
    <dgm:cxn modelId="{36514F9C-5D3E-4EB8-9C17-35EFA5A29515}" type="presParOf" srcId="{A8E36631-D3C1-45AC-947B-EA573F4BE224}" destId="{8716EBD0-7EB4-4445-B825-6F6EE4F08927}" srcOrd="2" destOrd="0" presId="urn:microsoft.com/office/officeart/2018/2/layout/IconLabelDescriptionList"/>
    <dgm:cxn modelId="{B8C86554-0DBD-46A6-AC37-460AF24435D5}" type="presParOf" srcId="{A8E36631-D3C1-45AC-947B-EA573F4BE224}" destId="{7967AC43-627D-4CD8-B604-E2860BCC2D32}" srcOrd="3" destOrd="0" presId="urn:microsoft.com/office/officeart/2018/2/layout/IconLabelDescriptionList"/>
    <dgm:cxn modelId="{4012F600-8B10-4523-A8CB-A0B3B89BC7D7}" type="presParOf" srcId="{A8E36631-D3C1-45AC-947B-EA573F4BE224}" destId="{615035C8-A8FE-454E-9B5A-DF582E1CC83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6491F9E-BEF3-4D37-9CE7-650F89D5E241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66EBF66-4C80-4712-A07C-8C878049E708}">
      <dgm:prSet/>
      <dgm:spPr/>
      <dgm:t>
        <a:bodyPr/>
        <a:lstStyle/>
        <a:p>
          <a:pPr>
            <a:defRPr b="1"/>
          </a:pPr>
          <a:r>
            <a:rPr lang="en-US" noProof="0" dirty="0"/>
            <a:t>O </a:t>
          </a:r>
          <a:r>
            <a:rPr lang="en-US" noProof="0" dirty="0" err="1"/>
            <a:t>que</a:t>
          </a:r>
          <a:r>
            <a:rPr lang="en-US" noProof="0" dirty="0"/>
            <a:t> é? </a:t>
          </a:r>
        </a:p>
      </dgm:t>
    </dgm:pt>
    <dgm:pt modelId="{A704C36C-D54D-4135-AA11-8F36DBB78977}" type="parTrans" cxnId="{4DAE52B1-0485-47CB-8178-C4E62E7D55C1}">
      <dgm:prSet/>
      <dgm:spPr/>
      <dgm:t>
        <a:bodyPr/>
        <a:lstStyle/>
        <a:p>
          <a:endParaRPr lang="en-US"/>
        </a:p>
      </dgm:t>
    </dgm:pt>
    <dgm:pt modelId="{1F2FD91A-CDF3-4DD7-9123-B71A60FFA201}" type="sibTrans" cxnId="{4DAE52B1-0485-47CB-8178-C4E62E7D55C1}">
      <dgm:prSet/>
      <dgm:spPr/>
      <dgm:t>
        <a:bodyPr/>
        <a:lstStyle/>
        <a:p>
          <a:endParaRPr lang="en-US"/>
        </a:p>
      </dgm:t>
    </dgm:pt>
    <dgm:pt modelId="{AD7BDE62-5270-4096-B267-6F36B48A98FA}">
      <dgm:prSet/>
      <dgm:spPr/>
      <dgm:t>
        <a:bodyPr/>
        <a:lstStyle/>
        <a:p>
          <a:r>
            <a:rPr lang="en-US" noProof="0" dirty="0"/>
            <a:t>Analisa </a:t>
          </a:r>
          <a:r>
            <a:rPr lang="en-US" noProof="0" dirty="0" err="1"/>
            <a:t>os</a:t>
          </a:r>
          <a:r>
            <a:rPr lang="en-US" noProof="0" dirty="0"/>
            <a:t> logs dos </a:t>
          </a:r>
          <a:r>
            <a:rPr lang="en-US" noProof="0" dirty="0" err="1"/>
            <a:t>serviços</a:t>
          </a:r>
          <a:r>
            <a:rPr lang="en-US" noProof="0" dirty="0"/>
            <a:t> de SSH e HTTP</a:t>
          </a:r>
        </a:p>
      </dgm:t>
    </dgm:pt>
    <dgm:pt modelId="{8430F259-839C-4F4A-BA61-23F5DD4FE42B}" type="parTrans" cxnId="{A1BB9D7E-5FE2-4FF8-B25A-052712A09808}">
      <dgm:prSet/>
      <dgm:spPr/>
      <dgm:t>
        <a:bodyPr/>
        <a:lstStyle/>
        <a:p>
          <a:endParaRPr lang="en-US"/>
        </a:p>
      </dgm:t>
    </dgm:pt>
    <dgm:pt modelId="{EAFD68D2-E87B-42CC-A4B2-2F26E8C324C9}" type="sibTrans" cxnId="{A1BB9D7E-5FE2-4FF8-B25A-052712A09808}">
      <dgm:prSet/>
      <dgm:spPr/>
      <dgm:t>
        <a:bodyPr/>
        <a:lstStyle/>
        <a:p>
          <a:endParaRPr lang="en-US"/>
        </a:p>
      </dgm:t>
    </dgm:pt>
    <dgm:pt modelId="{7A8B5091-E3CA-4986-AA2D-AA49FECB324A}">
      <dgm:prSet/>
      <dgm:spPr/>
      <dgm:t>
        <a:bodyPr/>
        <a:lstStyle/>
        <a:p>
          <a:pPr>
            <a:defRPr b="1"/>
          </a:pPr>
          <a:r>
            <a:rPr lang="en-US" noProof="0" dirty="0"/>
            <a:t>Input:  </a:t>
          </a:r>
        </a:p>
      </dgm:t>
    </dgm:pt>
    <dgm:pt modelId="{ECB0A970-039E-43BD-8A86-509A63FBACA2}" type="parTrans" cxnId="{202E8479-A41B-454B-8EB5-1CF20647AF19}">
      <dgm:prSet/>
      <dgm:spPr/>
      <dgm:t>
        <a:bodyPr/>
        <a:lstStyle/>
        <a:p>
          <a:endParaRPr lang="en-US"/>
        </a:p>
      </dgm:t>
    </dgm:pt>
    <dgm:pt modelId="{E06F6DD7-0ADC-4720-872E-54D5A41839E4}" type="sibTrans" cxnId="{202E8479-A41B-454B-8EB5-1CF20647AF19}">
      <dgm:prSet/>
      <dgm:spPr/>
      <dgm:t>
        <a:bodyPr/>
        <a:lstStyle/>
        <a:p>
          <a:endParaRPr lang="en-US"/>
        </a:p>
      </dgm:t>
    </dgm:pt>
    <dgm:pt modelId="{8CF1D171-8975-482E-95CC-9099D3FEF412}">
      <dgm:prSet/>
      <dgm:spPr/>
      <dgm:t>
        <a:bodyPr/>
        <a:lstStyle/>
        <a:p>
          <a:r>
            <a:rPr lang="en-US" noProof="0" dirty="0" err="1"/>
            <a:t>Nenhum</a:t>
          </a:r>
          <a:endParaRPr lang="en-US" noProof="0" dirty="0"/>
        </a:p>
      </dgm:t>
    </dgm:pt>
    <dgm:pt modelId="{7484CBBE-F89D-48BF-ABDD-6F67DB519C23}" type="parTrans" cxnId="{7A1838E7-6A70-4CA8-95B4-1EE8639D80DA}">
      <dgm:prSet/>
      <dgm:spPr/>
      <dgm:t>
        <a:bodyPr/>
        <a:lstStyle/>
        <a:p>
          <a:endParaRPr lang="en-US"/>
        </a:p>
      </dgm:t>
    </dgm:pt>
    <dgm:pt modelId="{0AA018A2-251D-4D2D-912C-B04D011A1C9D}" type="sibTrans" cxnId="{7A1838E7-6A70-4CA8-95B4-1EE8639D80DA}">
      <dgm:prSet/>
      <dgm:spPr/>
      <dgm:t>
        <a:bodyPr/>
        <a:lstStyle/>
        <a:p>
          <a:endParaRPr lang="en-US"/>
        </a:p>
      </dgm:t>
    </dgm:pt>
    <dgm:pt modelId="{888EBDC9-D000-48D3-A54A-F5DEB2DCC838}">
      <dgm:prSet/>
      <dgm:spPr/>
      <dgm:t>
        <a:bodyPr/>
        <a:lstStyle/>
        <a:p>
          <a:pPr>
            <a:defRPr b="1"/>
          </a:pPr>
          <a:r>
            <a:rPr lang="en-US" noProof="0" dirty="0"/>
            <a:t>Output: </a:t>
          </a:r>
        </a:p>
      </dgm:t>
    </dgm:pt>
    <dgm:pt modelId="{789F9ADA-9CF6-461A-8E85-B8861F4A813C}" type="parTrans" cxnId="{89615164-4838-48D2-BB86-0BD425675ED3}">
      <dgm:prSet/>
      <dgm:spPr/>
      <dgm:t>
        <a:bodyPr/>
        <a:lstStyle/>
        <a:p>
          <a:endParaRPr lang="en-US"/>
        </a:p>
      </dgm:t>
    </dgm:pt>
    <dgm:pt modelId="{736703B2-197D-4C4A-BC8C-8FA888B58623}" type="sibTrans" cxnId="{89615164-4838-48D2-BB86-0BD425675ED3}">
      <dgm:prSet/>
      <dgm:spPr/>
      <dgm:t>
        <a:bodyPr/>
        <a:lstStyle/>
        <a:p>
          <a:endParaRPr lang="en-US"/>
        </a:p>
      </dgm:t>
    </dgm:pt>
    <dgm:pt modelId="{BF1AC71A-E462-4B3B-9A08-96290D50BAA3}">
      <dgm:prSet/>
      <dgm:spPr/>
      <dgm:t>
        <a:bodyPr/>
        <a:lstStyle/>
        <a:p>
          <a:r>
            <a:rPr lang="en-US" noProof="0" dirty="0"/>
            <a:t>Output no </a:t>
          </a:r>
          <a:r>
            <a:rPr lang="en-US" noProof="0" dirty="0" err="1"/>
            <a:t>Ecrã</a:t>
          </a:r>
          <a:r>
            <a:rPr lang="en-US" noProof="0" dirty="0"/>
            <a:t>, </a:t>
          </a:r>
          <a:r>
            <a:rPr lang="en-US" noProof="0" dirty="0" err="1"/>
            <a:t>em</a:t>
          </a:r>
          <a:r>
            <a:rPr lang="en-US" noProof="0" dirty="0"/>
            <a:t> um PDF e/</a:t>
          </a:r>
          <a:r>
            <a:rPr lang="en-US" noProof="0" dirty="0" err="1"/>
            <a:t>ou</a:t>
          </a:r>
          <a:r>
            <a:rPr lang="en-US" noProof="0" dirty="0"/>
            <a:t> CSV</a:t>
          </a:r>
        </a:p>
      </dgm:t>
    </dgm:pt>
    <dgm:pt modelId="{C08195D7-CCA3-4EEB-9274-47C5EA49E96F}" type="parTrans" cxnId="{84A0A0EF-514B-4DE0-89EA-192E0E811D96}">
      <dgm:prSet/>
      <dgm:spPr/>
      <dgm:t>
        <a:bodyPr/>
        <a:lstStyle/>
        <a:p>
          <a:endParaRPr lang="en-US"/>
        </a:p>
      </dgm:t>
    </dgm:pt>
    <dgm:pt modelId="{B846732A-A537-4CCD-950A-1624D6E0FD9C}" type="sibTrans" cxnId="{84A0A0EF-514B-4DE0-89EA-192E0E811D96}">
      <dgm:prSet/>
      <dgm:spPr/>
      <dgm:t>
        <a:bodyPr/>
        <a:lstStyle/>
        <a:p>
          <a:endParaRPr lang="en-US"/>
        </a:p>
      </dgm:t>
    </dgm:pt>
    <dgm:pt modelId="{B1EE1B9A-0C8F-42E9-BCA8-DFCA3C3E46DE}">
      <dgm:prSet/>
      <dgm:spPr/>
      <dgm:t>
        <a:bodyPr/>
        <a:lstStyle/>
        <a:p>
          <a:pPr>
            <a:defRPr b="1"/>
          </a:pPr>
          <a:r>
            <a:rPr lang="en-US" noProof="0" dirty="0"/>
            <a:t>Feito: </a:t>
          </a:r>
        </a:p>
      </dgm:t>
    </dgm:pt>
    <dgm:pt modelId="{3F61C8F4-BAB5-4A87-A266-9795CD6F6E31}" type="parTrans" cxnId="{B0B12FF2-BCC5-476C-A3CD-F273AB6BE24B}">
      <dgm:prSet/>
      <dgm:spPr/>
      <dgm:t>
        <a:bodyPr/>
        <a:lstStyle/>
        <a:p>
          <a:endParaRPr lang="en-US"/>
        </a:p>
      </dgm:t>
    </dgm:pt>
    <dgm:pt modelId="{04D98CBB-6DA6-4C66-9286-FB5B759857EF}" type="sibTrans" cxnId="{B0B12FF2-BCC5-476C-A3CD-F273AB6BE24B}">
      <dgm:prSet/>
      <dgm:spPr/>
      <dgm:t>
        <a:bodyPr/>
        <a:lstStyle/>
        <a:p>
          <a:endParaRPr lang="en-US"/>
        </a:p>
      </dgm:t>
    </dgm:pt>
    <dgm:pt modelId="{73078987-5444-4AF0-9C03-AF8D3BE908CB}">
      <dgm:prSet/>
      <dgm:spPr/>
      <dgm:t>
        <a:bodyPr/>
        <a:lstStyle/>
        <a:p>
          <a:r>
            <a:rPr lang="en-US" noProof="0" dirty="0"/>
            <a:t>Geoip2, </a:t>
          </a:r>
          <a:r>
            <a:rPr lang="en-US" noProof="0" dirty="0" err="1"/>
            <a:t>fpdf</a:t>
          </a:r>
          <a:r>
            <a:rPr lang="en-US" noProof="0" dirty="0"/>
            <a:t>, csv</a:t>
          </a:r>
        </a:p>
      </dgm:t>
    </dgm:pt>
    <dgm:pt modelId="{6A613B3B-F67C-42F1-B08C-4AD282906A88}" type="parTrans" cxnId="{F5E5C5DC-E40C-4420-BE9B-5502BE333AC3}">
      <dgm:prSet/>
      <dgm:spPr/>
      <dgm:t>
        <a:bodyPr/>
        <a:lstStyle/>
        <a:p>
          <a:endParaRPr lang="en-US"/>
        </a:p>
      </dgm:t>
    </dgm:pt>
    <dgm:pt modelId="{FCE9EFE0-2A13-41F2-A691-04DAFF12A999}" type="sibTrans" cxnId="{F5E5C5DC-E40C-4420-BE9B-5502BE333AC3}">
      <dgm:prSet/>
      <dgm:spPr/>
      <dgm:t>
        <a:bodyPr/>
        <a:lstStyle/>
        <a:p>
          <a:endParaRPr lang="en-US"/>
        </a:p>
      </dgm:t>
    </dgm:pt>
    <dgm:pt modelId="{F8AFF722-547B-4F47-A86B-685B196F9355}" type="pres">
      <dgm:prSet presAssocID="{36491F9E-BEF3-4D37-9CE7-650F89D5E241}" presName="root" presStyleCnt="0">
        <dgm:presLayoutVars>
          <dgm:dir/>
          <dgm:resizeHandles val="exact"/>
        </dgm:presLayoutVars>
      </dgm:prSet>
      <dgm:spPr/>
    </dgm:pt>
    <dgm:pt modelId="{48550671-0B2B-42D1-A755-AA310E45D8D2}" type="pres">
      <dgm:prSet presAssocID="{766EBF66-4C80-4712-A07C-8C878049E708}" presName="compNode" presStyleCnt="0"/>
      <dgm:spPr/>
    </dgm:pt>
    <dgm:pt modelId="{22EE5DF6-DC4E-4A93-BECE-F8E8AF29C183}" type="pres">
      <dgm:prSet presAssocID="{766EBF66-4C80-4712-A07C-8C878049E708}" presName="iconRect" presStyleLbl="node1" presStyleIdx="0" presStyleCnt="4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B8A7C590-E95E-4913-B12A-D4374458A293}" type="pres">
      <dgm:prSet presAssocID="{766EBF66-4C80-4712-A07C-8C878049E708}" presName="iconSpace" presStyleCnt="0"/>
      <dgm:spPr/>
    </dgm:pt>
    <dgm:pt modelId="{F27A25C0-BF4D-4E17-AFB3-23FE8C6222A2}" type="pres">
      <dgm:prSet presAssocID="{766EBF66-4C80-4712-A07C-8C878049E708}" presName="parTx" presStyleLbl="revTx" presStyleIdx="0" presStyleCnt="8">
        <dgm:presLayoutVars>
          <dgm:chMax val="0"/>
          <dgm:chPref val="0"/>
        </dgm:presLayoutVars>
      </dgm:prSet>
      <dgm:spPr/>
    </dgm:pt>
    <dgm:pt modelId="{F63E73AE-7E83-44C1-9C7A-2F059F40CC44}" type="pres">
      <dgm:prSet presAssocID="{766EBF66-4C80-4712-A07C-8C878049E708}" presName="txSpace" presStyleCnt="0"/>
      <dgm:spPr/>
    </dgm:pt>
    <dgm:pt modelId="{B1D94900-7450-4DFE-8E03-262194EB7769}" type="pres">
      <dgm:prSet presAssocID="{766EBF66-4C80-4712-A07C-8C878049E708}" presName="desTx" presStyleLbl="revTx" presStyleIdx="1" presStyleCnt="8">
        <dgm:presLayoutVars/>
      </dgm:prSet>
      <dgm:spPr/>
    </dgm:pt>
    <dgm:pt modelId="{E25B23F9-FDB0-4638-9E1A-3FA20832BE7B}" type="pres">
      <dgm:prSet presAssocID="{1F2FD91A-CDF3-4DD7-9123-B71A60FFA201}" presName="sibTrans" presStyleCnt="0"/>
      <dgm:spPr/>
    </dgm:pt>
    <dgm:pt modelId="{D958987F-A0E4-45DE-879D-D548D72C5DCF}" type="pres">
      <dgm:prSet presAssocID="{7A8B5091-E3CA-4986-AA2D-AA49FECB324A}" presName="compNode" presStyleCnt="0"/>
      <dgm:spPr/>
    </dgm:pt>
    <dgm:pt modelId="{C8DDDE1F-AA94-4661-B67F-1AB8D9AE2AD3}" type="pres">
      <dgm:prSet presAssocID="{7A8B5091-E3CA-4986-AA2D-AA49FECB324A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C515F899-8558-4E2C-B17A-48971EE78D5A}" type="pres">
      <dgm:prSet presAssocID="{7A8B5091-E3CA-4986-AA2D-AA49FECB324A}" presName="iconSpace" presStyleCnt="0"/>
      <dgm:spPr/>
    </dgm:pt>
    <dgm:pt modelId="{97B4175F-6BBF-4013-B85A-7BE99170CB5B}" type="pres">
      <dgm:prSet presAssocID="{7A8B5091-E3CA-4986-AA2D-AA49FECB324A}" presName="parTx" presStyleLbl="revTx" presStyleIdx="2" presStyleCnt="8">
        <dgm:presLayoutVars>
          <dgm:chMax val="0"/>
          <dgm:chPref val="0"/>
        </dgm:presLayoutVars>
      </dgm:prSet>
      <dgm:spPr/>
    </dgm:pt>
    <dgm:pt modelId="{B01FDF44-43D3-405E-BEFF-E9B98C34F7CC}" type="pres">
      <dgm:prSet presAssocID="{7A8B5091-E3CA-4986-AA2D-AA49FECB324A}" presName="txSpace" presStyleCnt="0"/>
      <dgm:spPr/>
    </dgm:pt>
    <dgm:pt modelId="{0058EF28-B07A-4D6F-A26A-BB9D88610D5F}" type="pres">
      <dgm:prSet presAssocID="{7A8B5091-E3CA-4986-AA2D-AA49FECB324A}" presName="desTx" presStyleLbl="revTx" presStyleIdx="3" presStyleCnt="8">
        <dgm:presLayoutVars/>
      </dgm:prSet>
      <dgm:spPr/>
    </dgm:pt>
    <dgm:pt modelId="{FF66C59C-918B-4230-8363-39BCB428E979}" type="pres">
      <dgm:prSet presAssocID="{E06F6DD7-0ADC-4720-872E-54D5A41839E4}" presName="sibTrans" presStyleCnt="0"/>
      <dgm:spPr/>
    </dgm:pt>
    <dgm:pt modelId="{6C211150-1EB2-4748-8F6C-E666D4C9238A}" type="pres">
      <dgm:prSet presAssocID="{888EBDC9-D000-48D3-A54A-F5DEB2DCC838}" presName="compNode" presStyleCnt="0"/>
      <dgm:spPr/>
    </dgm:pt>
    <dgm:pt modelId="{3748B747-DD73-4C7C-93F6-5DC682EE6416}" type="pres">
      <dgm:prSet presAssocID="{888EBDC9-D000-48D3-A54A-F5DEB2DCC838}" presName="iconRect" presStyleLbl="node1" presStyleIdx="2" presStyleCnt="4"/>
      <dgm:spPr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07E5C199-8AC6-489F-9481-1F94BF5898F8}" type="pres">
      <dgm:prSet presAssocID="{888EBDC9-D000-48D3-A54A-F5DEB2DCC838}" presName="iconSpace" presStyleCnt="0"/>
      <dgm:spPr/>
    </dgm:pt>
    <dgm:pt modelId="{6A4B4868-0669-4DC2-81E8-330156DDAB07}" type="pres">
      <dgm:prSet presAssocID="{888EBDC9-D000-48D3-A54A-F5DEB2DCC838}" presName="parTx" presStyleLbl="revTx" presStyleIdx="4" presStyleCnt="8">
        <dgm:presLayoutVars>
          <dgm:chMax val="0"/>
          <dgm:chPref val="0"/>
        </dgm:presLayoutVars>
      </dgm:prSet>
      <dgm:spPr/>
    </dgm:pt>
    <dgm:pt modelId="{19AD62F0-52AA-43CF-82DD-6FD914344E7C}" type="pres">
      <dgm:prSet presAssocID="{888EBDC9-D000-48D3-A54A-F5DEB2DCC838}" presName="txSpace" presStyleCnt="0"/>
      <dgm:spPr/>
    </dgm:pt>
    <dgm:pt modelId="{ED5418AF-C5B0-416D-A102-1FB0FFAD5C1E}" type="pres">
      <dgm:prSet presAssocID="{888EBDC9-D000-48D3-A54A-F5DEB2DCC838}" presName="desTx" presStyleLbl="revTx" presStyleIdx="5" presStyleCnt="8">
        <dgm:presLayoutVars/>
      </dgm:prSet>
      <dgm:spPr/>
    </dgm:pt>
    <dgm:pt modelId="{833C8232-C54C-4321-97D3-B6BE36AA8D01}" type="pres">
      <dgm:prSet presAssocID="{736703B2-197D-4C4A-BC8C-8FA888B58623}" presName="sibTrans" presStyleCnt="0"/>
      <dgm:spPr/>
    </dgm:pt>
    <dgm:pt modelId="{A8E36631-D3C1-45AC-947B-EA573F4BE224}" type="pres">
      <dgm:prSet presAssocID="{B1EE1B9A-0C8F-42E9-BCA8-DFCA3C3E46DE}" presName="compNode" presStyleCnt="0"/>
      <dgm:spPr/>
    </dgm:pt>
    <dgm:pt modelId="{6706BEC2-ECDA-4C7C-AD37-3C709CC7D09F}" type="pres">
      <dgm:prSet presAssocID="{B1EE1B9A-0C8F-42E9-BCA8-DFCA3C3E46DE}" presName="iconRect" presStyleLbl="node1" presStyleIdx="3" presStyleCnt="4"/>
      <dgm:spPr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ões"/>
        </a:ext>
      </dgm:extLst>
    </dgm:pt>
    <dgm:pt modelId="{919C0049-AC65-4B93-9209-6B33F107B5E2}" type="pres">
      <dgm:prSet presAssocID="{B1EE1B9A-0C8F-42E9-BCA8-DFCA3C3E46DE}" presName="iconSpace" presStyleCnt="0"/>
      <dgm:spPr/>
    </dgm:pt>
    <dgm:pt modelId="{8716EBD0-7EB4-4445-B825-6F6EE4F08927}" type="pres">
      <dgm:prSet presAssocID="{B1EE1B9A-0C8F-42E9-BCA8-DFCA3C3E46DE}" presName="parTx" presStyleLbl="revTx" presStyleIdx="6" presStyleCnt="8">
        <dgm:presLayoutVars>
          <dgm:chMax val="0"/>
          <dgm:chPref val="0"/>
        </dgm:presLayoutVars>
      </dgm:prSet>
      <dgm:spPr/>
    </dgm:pt>
    <dgm:pt modelId="{7967AC43-627D-4CD8-B604-E2860BCC2D32}" type="pres">
      <dgm:prSet presAssocID="{B1EE1B9A-0C8F-42E9-BCA8-DFCA3C3E46DE}" presName="txSpace" presStyleCnt="0"/>
      <dgm:spPr/>
    </dgm:pt>
    <dgm:pt modelId="{615035C8-A8FE-454E-9B5A-DF582E1CC836}" type="pres">
      <dgm:prSet presAssocID="{B1EE1B9A-0C8F-42E9-BCA8-DFCA3C3E46DE}" presName="desTx" presStyleLbl="revTx" presStyleIdx="7" presStyleCnt="8">
        <dgm:presLayoutVars/>
      </dgm:prSet>
      <dgm:spPr/>
    </dgm:pt>
  </dgm:ptLst>
  <dgm:cxnLst>
    <dgm:cxn modelId="{3D23CB2B-5CF2-4DD2-A087-F3BB3A6FA770}" type="presOf" srcId="{73078987-5444-4AF0-9C03-AF8D3BE908CB}" destId="{615035C8-A8FE-454E-9B5A-DF582E1CC836}" srcOrd="0" destOrd="0" presId="urn:microsoft.com/office/officeart/2018/2/layout/IconLabelDescriptionList"/>
    <dgm:cxn modelId="{F8501237-B0E2-4BA0-91F6-CB3E60572167}" type="presOf" srcId="{36491F9E-BEF3-4D37-9CE7-650F89D5E241}" destId="{F8AFF722-547B-4F47-A86B-685B196F9355}" srcOrd="0" destOrd="0" presId="urn:microsoft.com/office/officeart/2018/2/layout/IconLabelDescriptionList"/>
    <dgm:cxn modelId="{1F49A342-6C84-48B9-9451-C20815D50682}" type="presOf" srcId="{AD7BDE62-5270-4096-B267-6F36B48A98FA}" destId="{B1D94900-7450-4DFE-8E03-262194EB7769}" srcOrd="0" destOrd="0" presId="urn:microsoft.com/office/officeart/2018/2/layout/IconLabelDescriptionList"/>
    <dgm:cxn modelId="{89615164-4838-48D2-BB86-0BD425675ED3}" srcId="{36491F9E-BEF3-4D37-9CE7-650F89D5E241}" destId="{888EBDC9-D000-48D3-A54A-F5DEB2DCC838}" srcOrd="2" destOrd="0" parTransId="{789F9ADA-9CF6-461A-8E85-B8861F4A813C}" sibTransId="{736703B2-197D-4C4A-BC8C-8FA888B58623}"/>
    <dgm:cxn modelId="{E9D85449-03A7-48F5-A4ED-BFA7C0DB9346}" type="presOf" srcId="{BF1AC71A-E462-4B3B-9A08-96290D50BAA3}" destId="{ED5418AF-C5B0-416D-A102-1FB0FFAD5C1E}" srcOrd="0" destOrd="0" presId="urn:microsoft.com/office/officeart/2018/2/layout/IconLabelDescriptionList"/>
    <dgm:cxn modelId="{202E8479-A41B-454B-8EB5-1CF20647AF19}" srcId="{36491F9E-BEF3-4D37-9CE7-650F89D5E241}" destId="{7A8B5091-E3CA-4986-AA2D-AA49FECB324A}" srcOrd="1" destOrd="0" parTransId="{ECB0A970-039E-43BD-8A86-509A63FBACA2}" sibTransId="{E06F6DD7-0ADC-4720-872E-54D5A41839E4}"/>
    <dgm:cxn modelId="{A1BB9D7E-5FE2-4FF8-B25A-052712A09808}" srcId="{766EBF66-4C80-4712-A07C-8C878049E708}" destId="{AD7BDE62-5270-4096-B267-6F36B48A98FA}" srcOrd="0" destOrd="0" parTransId="{8430F259-839C-4F4A-BA61-23F5DD4FE42B}" sibTransId="{EAFD68D2-E87B-42CC-A4B2-2F26E8C324C9}"/>
    <dgm:cxn modelId="{1BAE9BA8-6316-48AF-BFAF-5B63D031D427}" type="presOf" srcId="{7A8B5091-E3CA-4986-AA2D-AA49FECB324A}" destId="{97B4175F-6BBF-4013-B85A-7BE99170CB5B}" srcOrd="0" destOrd="0" presId="urn:microsoft.com/office/officeart/2018/2/layout/IconLabelDescriptionList"/>
    <dgm:cxn modelId="{4DAE52B1-0485-47CB-8178-C4E62E7D55C1}" srcId="{36491F9E-BEF3-4D37-9CE7-650F89D5E241}" destId="{766EBF66-4C80-4712-A07C-8C878049E708}" srcOrd="0" destOrd="0" parTransId="{A704C36C-D54D-4135-AA11-8F36DBB78977}" sibTransId="{1F2FD91A-CDF3-4DD7-9123-B71A60FFA201}"/>
    <dgm:cxn modelId="{356BC8CE-FDCE-47F4-954E-93359FA25716}" type="presOf" srcId="{8CF1D171-8975-482E-95CC-9099D3FEF412}" destId="{0058EF28-B07A-4D6F-A26A-BB9D88610D5F}" srcOrd="0" destOrd="0" presId="urn:microsoft.com/office/officeart/2018/2/layout/IconLabelDescriptionList"/>
    <dgm:cxn modelId="{F5E5C5DC-E40C-4420-BE9B-5502BE333AC3}" srcId="{B1EE1B9A-0C8F-42E9-BCA8-DFCA3C3E46DE}" destId="{73078987-5444-4AF0-9C03-AF8D3BE908CB}" srcOrd="0" destOrd="0" parTransId="{6A613B3B-F67C-42F1-B08C-4AD282906A88}" sibTransId="{FCE9EFE0-2A13-41F2-A691-04DAFF12A999}"/>
    <dgm:cxn modelId="{58A510E4-ACA7-40F3-9202-AC92AA462AF0}" type="presOf" srcId="{888EBDC9-D000-48D3-A54A-F5DEB2DCC838}" destId="{6A4B4868-0669-4DC2-81E8-330156DDAB07}" srcOrd="0" destOrd="0" presId="urn:microsoft.com/office/officeart/2018/2/layout/IconLabelDescriptionList"/>
    <dgm:cxn modelId="{7A1838E7-6A70-4CA8-95B4-1EE8639D80DA}" srcId="{7A8B5091-E3CA-4986-AA2D-AA49FECB324A}" destId="{8CF1D171-8975-482E-95CC-9099D3FEF412}" srcOrd="0" destOrd="0" parTransId="{7484CBBE-F89D-48BF-ABDD-6F67DB519C23}" sibTransId="{0AA018A2-251D-4D2D-912C-B04D011A1C9D}"/>
    <dgm:cxn modelId="{7C2B71E7-B4AE-4A11-B3C8-F089BCB947CB}" type="presOf" srcId="{B1EE1B9A-0C8F-42E9-BCA8-DFCA3C3E46DE}" destId="{8716EBD0-7EB4-4445-B825-6F6EE4F08927}" srcOrd="0" destOrd="0" presId="urn:microsoft.com/office/officeart/2018/2/layout/IconLabelDescriptionList"/>
    <dgm:cxn modelId="{84A0A0EF-514B-4DE0-89EA-192E0E811D96}" srcId="{888EBDC9-D000-48D3-A54A-F5DEB2DCC838}" destId="{BF1AC71A-E462-4B3B-9A08-96290D50BAA3}" srcOrd="0" destOrd="0" parTransId="{C08195D7-CCA3-4EEB-9274-47C5EA49E96F}" sibTransId="{B846732A-A537-4CCD-950A-1624D6E0FD9C}"/>
    <dgm:cxn modelId="{B0B12FF2-BCC5-476C-A3CD-F273AB6BE24B}" srcId="{36491F9E-BEF3-4D37-9CE7-650F89D5E241}" destId="{B1EE1B9A-0C8F-42E9-BCA8-DFCA3C3E46DE}" srcOrd="3" destOrd="0" parTransId="{3F61C8F4-BAB5-4A87-A266-9795CD6F6E31}" sibTransId="{04D98CBB-6DA6-4C66-9286-FB5B759857EF}"/>
    <dgm:cxn modelId="{4D1835F7-94CB-46C3-9E67-68555C4FCD09}" type="presOf" srcId="{766EBF66-4C80-4712-A07C-8C878049E708}" destId="{F27A25C0-BF4D-4E17-AFB3-23FE8C6222A2}" srcOrd="0" destOrd="0" presId="urn:microsoft.com/office/officeart/2018/2/layout/IconLabelDescriptionList"/>
    <dgm:cxn modelId="{123C284E-72A8-4F87-9B04-4E40ACE007BC}" type="presParOf" srcId="{F8AFF722-547B-4F47-A86B-685B196F9355}" destId="{48550671-0B2B-42D1-A755-AA310E45D8D2}" srcOrd="0" destOrd="0" presId="urn:microsoft.com/office/officeart/2018/2/layout/IconLabelDescriptionList"/>
    <dgm:cxn modelId="{523F53B0-5C94-4CA3-B240-EAD9140EBE40}" type="presParOf" srcId="{48550671-0B2B-42D1-A755-AA310E45D8D2}" destId="{22EE5DF6-DC4E-4A93-BECE-F8E8AF29C183}" srcOrd="0" destOrd="0" presId="urn:microsoft.com/office/officeart/2018/2/layout/IconLabelDescriptionList"/>
    <dgm:cxn modelId="{F72CAB5A-5F88-4B52-BCEB-89502781AAE7}" type="presParOf" srcId="{48550671-0B2B-42D1-A755-AA310E45D8D2}" destId="{B8A7C590-E95E-4913-B12A-D4374458A293}" srcOrd="1" destOrd="0" presId="urn:microsoft.com/office/officeart/2018/2/layout/IconLabelDescriptionList"/>
    <dgm:cxn modelId="{D32DCCF6-1B94-42AF-905D-6D4D55936F9A}" type="presParOf" srcId="{48550671-0B2B-42D1-A755-AA310E45D8D2}" destId="{F27A25C0-BF4D-4E17-AFB3-23FE8C6222A2}" srcOrd="2" destOrd="0" presId="urn:microsoft.com/office/officeart/2018/2/layout/IconLabelDescriptionList"/>
    <dgm:cxn modelId="{47658F46-E017-4B4C-9691-CA0FB9037911}" type="presParOf" srcId="{48550671-0B2B-42D1-A755-AA310E45D8D2}" destId="{F63E73AE-7E83-44C1-9C7A-2F059F40CC44}" srcOrd="3" destOrd="0" presId="urn:microsoft.com/office/officeart/2018/2/layout/IconLabelDescriptionList"/>
    <dgm:cxn modelId="{AE855B14-9BCE-469E-A8EA-9DF92A04BEF6}" type="presParOf" srcId="{48550671-0B2B-42D1-A755-AA310E45D8D2}" destId="{B1D94900-7450-4DFE-8E03-262194EB7769}" srcOrd="4" destOrd="0" presId="urn:microsoft.com/office/officeart/2018/2/layout/IconLabelDescriptionList"/>
    <dgm:cxn modelId="{6953130E-2669-41E5-80C0-B73C9C37B03B}" type="presParOf" srcId="{F8AFF722-547B-4F47-A86B-685B196F9355}" destId="{E25B23F9-FDB0-4638-9E1A-3FA20832BE7B}" srcOrd="1" destOrd="0" presId="urn:microsoft.com/office/officeart/2018/2/layout/IconLabelDescriptionList"/>
    <dgm:cxn modelId="{ABDE1A1B-43F3-48FE-BA50-7D1A7DCB35C4}" type="presParOf" srcId="{F8AFF722-547B-4F47-A86B-685B196F9355}" destId="{D958987F-A0E4-45DE-879D-D548D72C5DCF}" srcOrd="2" destOrd="0" presId="urn:microsoft.com/office/officeart/2018/2/layout/IconLabelDescriptionList"/>
    <dgm:cxn modelId="{8FC1592C-2CE0-4FE0-8359-0C9CCC2E4877}" type="presParOf" srcId="{D958987F-A0E4-45DE-879D-D548D72C5DCF}" destId="{C8DDDE1F-AA94-4661-B67F-1AB8D9AE2AD3}" srcOrd="0" destOrd="0" presId="urn:microsoft.com/office/officeart/2018/2/layout/IconLabelDescriptionList"/>
    <dgm:cxn modelId="{6EEDAF6C-045F-4FDF-BE65-9D15317185A6}" type="presParOf" srcId="{D958987F-A0E4-45DE-879D-D548D72C5DCF}" destId="{C515F899-8558-4E2C-B17A-48971EE78D5A}" srcOrd="1" destOrd="0" presId="urn:microsoft.com/office/officeart/2018/2/layout/IconLabelDescriptionList"/>
    <dgm:cxn modelId="{04073B68-8EF3-4DCA-9239-455538ED5182}" type="presParOf" srcId="{D958987F-A0E4-45DE-879D-D548D72C5DCF}" destId="{97B4175F-6BBF-4013-B85A-7BE99170CB5B}" srcOrd="2" destOrd="0" presId="urn:microsoft.com/office/officeart/2018/2/layout/IconLabelDescriptionList"/>
    <dgm:cxn modelId="{6C051854-46D4-438E-AD1A-985FF91E34DC}" type="presParOf" srcId="{D958987F-A0E4-45DE-879D-D548D72C5DCF}" destId="{B01FDF44-43D3-405E-BEFF-E9B98C34F7CC}" srcOrd="3" destOrd="0" presId="urn:microsoft.com/office/officeart/2018/2/layout/IconLabelDescriptionList"/>
    <dgm:cxn modelId="{B0FC2ACF-EEC2-4C05-B7A8-B6C987A5ED6A}" type="presParOf" srcId="{D958987F-A0E4-45DE-879D-D548D72C5DCF}" destId="{0058EF28-B07A-4D6F-A26A-BB9D88610D5F}" srcOrd="4" destOrd="0" presId="urn:microsoft.com/office/officeart/2018/2/layout/IconLabelDescriptionList"/>
    <dgm:cxn modelId="{B84955FC-F0AE-4DA3-9E5A-F9A052D667B4}" type="presParOf" srcId="{F8AFF722-547B-4F47-A86B-685B196F9355}" destId="{FF66C59C-918B-4230-8363-39BCB428E979}" srcOrd="3" destOrd="0" presId="urn:microsoft.com/office/officeart/2018/2/layout/IconLabelDescriptionList"/>
    <dgm:cxn modelId="{03206B9C-AD3B-44C7-87D7-F86447BBEAFF}" type="presParOf" srcId="{F8AFF722-547B-4F47-A86B-685B196F9355}" destId="{6C211150-1EB2-4748-8F6C-E666D4C9238A}" srcOrd="4" destOrd="0" presId="urn:microsoft.com/office/officeart/2018/2/layout/IconLabelDescriptionList"/>
    <dgm:cxn modelId="{9A865481-5585-4D42-8679-0779EC7B8C2F}" type="presParOf" srcId="{6C211150-1EB2-4748-8F6C-E666D4C9238A}" destId="{3748B747-DD73-4C7C-93F6-5DC682EE6416}" srcOrd="0" destOrd="0" presId="urn:microsoft.com/office/officeart/2018/2/layout/IconLabelDescriptionList"/>
    <dgm:cxn modelId="{0709C78B-29C0-4E58-B3AC-603214B0D50F}" type="presParOf" srcId="{6C211150-1EB2-4748-8F6C-E666D4C9238A}" destId="{07E5C199-8AC6-489F-9481-1F94BF5898F8}" srcOrd="1" destOrd="0" presId="urn:microsoft.com/office/officeart/2018/2/layout/IconLabelDescriptionList"/>
    <dgm:cxn modelId="{A20E9D9B-0F55-47A0-B333-B5B4C417F783}" type="presParOf" srcId="{6C211150-1EB2-4748-8F6C-E666D4C9238A}" destId="{6A4B4868-0669-4DC2-81E8-330156DDAB07}" srcOrd="2" destOrd="0" presId="urn:microsoft.com/office/officeart/2018/2/layout/IconLabelDescriptionList"/>
    <dgm:cxn modelId="{E8AC42B1-C975-4162-94CB-58CC09B6C389}" type="presParOf" srcId="{6C211150-1EB2-4748-8F6C-E666D4C9238A}" destId="{19AD62F0-52AA-43CF-82DD-6FD914344E7C}" srcOrd="3" destOrd="0" presId="urn:microsoft.com/office/officeart/2018/2/layout/IconLabelDescriptionList"/>
    <dgm:cxn modelId="{6B0DD6CB-4150-42D8-9772-50B543985BF6}" type="presParOf" srcId="{6C211150-1EB2-4748-8F6C-E666D4C9238A}" destId="{ED5418AF-C5B0-416D-A102-1FB0FFAD5C1E}" srcOrd="4" destOrd="0" presId="urn:microsoft.com/office/officeart/2018/2/layout/IconLabelDescriptionList"/>
    <dgm:cxn modelId="{410C26FB-291B-45BC-A6A6-29EF9894157E}" type="presParOf" srcId="{F8AFF722-547B-4F47-A86B-685B196F9355}" destId="{833C8232-C54C-4321-97D3-B6BE36AA8D01}" srcOrd="5" destOrd="0" presId="urn:microsoft.com/office/officeart/2018/2/layout/IconLabelDescriptionList"/>
    <dgm:cxn modelId="{B469B993-587D-4C07-A5C6-EBEE3AD489EB}" type="presParOf" srcId="{F8AFF722-547B-4F47-A86B-685B196F9355}" destId="{A8E36631-D3C1-45AC-947B-EA573F4BE224}" srcOrd="6" destOrd="0" presId="urn:microsoft.com/office/officeart/2018/2/layout/IconLabelDescriptionList"/>
    <dgm:cxn modelId="{93656763-6AE3-4011-B165-EFC5DCFA9645}" type="presParOf" srcId="{A8E36631-D3C1-45AC-947B-EA573F4BE224}" destId="{6706BEC2-ECDA-4C7C-AD37-3C709CC7D09F}" srcOrd="0" destOrd="0" presId="urn:microsoft.com/office/officeart/2018/2/layout/IconLabelDescriptionList"/>
    <dgm:cxn modelId="{7CF13A63-CA09-4410-A2C9-0EF63EDC9D1B}" type="presParOf" srcId="{A8E36631-D3C1-45AC-947B-EA573F4BE224}" destId="{919C0049-AC65-4B93-9209-6B33F107B5E2}" srcOrd="1" destOrd="0" presId="urn:microsoft.com/office/officeart/2018/2/layout/IconLabelDescriptionList"/>
    <dgm:cxn modelId="{36514F9C-5D3E-4EB8-9C17-35EFA5A29515}" type="presParOf" srcId="{A8E36631-D3C1-45AC-947B-EA573F4BE224}" destId="{8716EBD0-7EB4-4445-B825-6F6EE4F08927}" srcOrd="2" destOrd="0" presId="urn:microsoft.com/office/officeart/2018/2/layout/IconLabelDescriptionList"/>
    <dgm:cxn modelId="{B8C86554-0DBD-46A6-AC37-460AF24435D5}" type="presParOf" srcId="{A8E36631-D3C1-45AC-947B-EA573F4BE224}" destId="{7967AC43-627D-4CD8-B604-E2860BCC2D32}" srcOrd="3" destOrd="0" presId="urn:microsoft.com/office/officeart/2018/2/layout/IconLabelDescriptionList"/>
    <dgm:cxn modelId="{4012F600-8B10-4523-A8CB-A0B3B89BC7D7}" type="presParOf" srcId="{A8E36631-D3C1-45AC-947B-EA573F4BE224}" destId="{615035C8-A8FE-454E-9B5A-DF582E1CC83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6491F9E-BEF3-4D37-9CE7-650F89D5E241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66EBF66-4C80-4712-A07C-8C878049E708}">
      <dgm:prSet/>
      <dgm:spPr/>
      <dgm:t>
        <a:bodyPr/>
        <a:lstStyle/>
        <a:p>
          <a:pPr>
            <a:defRPr b="1"/>
          </a:pPr>
          <a:r>
            <a:rPr lang="en-US" noProof="0" dirty="0"/>
            <a:t>O </a:t>
          </a:r>
          <a:r>
            <a:rPr lang="en-US" noProof="0" dirty="0" err="1"/>
            <a:t>que</a:t>
          </a:r>
          <a:r>
            <a:rPr lang="en-US" noProof="0" dirty="0"/>
            <a:t> é? </a:t>
          </a:r>
        </a:p>
      </dgm:t>
    </dgm:pt>
    <dgm:pt modelId="{A704C36C-D54D-4135-AA11-8F36DBB78977}" type="parTrans" cxnId="{4DAE52B1-0485-47CB-8178-C4E62E7D55C1}">
      <dgm:prSet/>
      <dgm:spPr/>
      <dgm:t>
        <a:bodyPr/>
        <a:lstStyle/>
        <a:p>
          <a:endParaRPr lang="en-US"/>
        </a:p>
      </dgm:t>
    </dgm:pt>
    <dgm:pt modelId="{1F2FD91A-CDF3-4DD7-9123-B71A60FFA201}" type="sibTrans" cxnId="{4DAE52B1-0485-47CB-8178-C4E62E7D55C1}">
      <dgm:prSet/>
      <dgm:spPr/>
      <dgm:t>
        <a:bodyPr/>
        <a:lstStyle/>
        <a:p>
          <a:endParaRPr lang="en-US"/>
        </a:p>
      </dgm:t>
    </dgm:pt>
    <dgm:pt modelId="{AD7BDE62-5270-4096-B267-6F36B48A98FA}">
      <dgm:prSet/>
      <dgm:spPr/>
      <dgm:t>
        <a:bodyPr/>
        <a:lstStyle/>
        <a:p>
          <a:r>
            <a:rPr lang="en-US" noProof="0" dirty="0"/>
            <a:t>Faz </a:t>
          </a:r>
          <a:r>
            <a:rPr lang="en-US" noProof="0" dirty="0" err="1"/>
            <a:t>uma</a:t>
          </a:r>
          <a:r>
            <a:rPr lang="en-US" noProof="0" dirty="0"/>
            <a:t> </a:t>
          </a:r>
          <a:r>
            <a:rPr lang="en-US" noProof="0" dirty="0" err="1"/>
            <a:t>sequência</a:t>
          </a:r>
          <a:r>
            <a:rPr lang="en-US" noProof="0" dirty="0"/>
            <a:t>, </a:t>
          </a:r>
          <a:r>
            <a:rPr lang="en-US" noProof="0" dirty="0" err="1"/>
            <a:t>batendo</a:t>
          </a:r>
          <a:r>
            <a:rPr lang="en-US" noProof="0" dirty="0"/>
            <a:t> </a:t>
          </a:r>
          <a:r>
            <a:rPr lang="en-US" noProof="0" dirty="0" err="1"/>
            <a:t>nas</a:t>
          </a:r>
          <a:r>
            <a:rPr lang="en-US" noProof="0" dirty="0"/>
            <a:t> </a:t>
          </a:r>
          <a:r>
            <a:rPr lang="en-US" noProof="0" dirty="0" err="1"/>
            <a:t>portas</a:t>
          </a:r>
          <a:r>
            <a:rPr lang="en-US" noProof="0" dirty="0"/>
            <a:t> do </a:t>
          </a:r>
          <a:r>
            <a:rPr lang="en-US" noProof="0" dirty="0" err="1"/>
            <a:t>alvo</a:t>
          </a:r>
          <a:r>
            <a:rPr lang="en-US" noProof="0" dirty="0"/>
            <a:t>, para </a:t>
          </a:r>
          <a:r>
            <a:rPr lang="en-US" noProof="0" dirty="0" err="1"/>
            <a:t>obter</a:t>
          </a:r>
          <a:r>
            <a:rPr lang="en-US" noProof="0" dirty="0"/>
            <a:t> </a:t>
          </a:r>
          <a:r>
            <a:rPr lang="en-US" noProof="0" dirty="0" err="1"/>
            <a:t>acesso</a:t>
          </a:r>
          <a:r>
            <a:rPr lang="en-US" noProof="0" dirty="0"/>
            <a:t> </a:t>
          </a:r>
          <a:r>
            <a:rPr lang="en-US" noProof="0" dirty="0" err="1"/>
            <a:t>por</a:t>
          </a:r>
          <a:r>
            <a:rPr lang="en-US" noProof="0" dirty="0"/>
            <a:t> SSH, </a:t>
          </a:r>
          <a:r>
            <a:rPr lang="en-US" noProof="0" dirty="0" err="1"/>
            <a:t>por</a:t>
          </a:r>
          <a:r>
            <a:rPr lang="en-US" noProof="0" dirty="0"/>
            <a:t> </a:t>
          </a:r>
          <a:r>
            <a:rPr lang="en-US" noProof="0" dirty="0" err="1"/>
            <a:t>exemplo</a:t>
          </a:r>
          <a:endParaRPr lang="en-US" noProof="0" dirty="0"/>
        </a:p>
      </dgm:t>
    </dgm:pt>
    <dgm:pt modelId="{8430F259-839C-4F4A-BA61-23F5DD4FE42B}" type="parTrans" cxnId="{A1BB9D7E-5FE2-4FF8-B25A-052712A09808}">
      <dgm:prSet/>
      <dgm:spPr/>
      <dgm:t>
        <a:bodyPr/>
        <a:lstStyle/>
        <a:p>
          <a:endParaRPr lang="en-US"/>
        </a:p>
      </dgm:t>
    </dgm:pt>
    <dgm:pt modelId="{EAFD68D2-E87B-42CC-A4B2-2F26E8C324C9}" type="sibTrans" cxnId="{A1BB9D7E-5FE2-4FF8-B25A-052712A09808}">
      <dgm:prSet/>
      <dgm:spPr/>
      <dgm:t>
        <a:bodyPr/>
        <a:lstStyle/>
        <a:p>
          <a:endParaRPr lang="en-US"/>
        </a:p>
      </dgm:t>
    </dgm:pt>
    <dgm:pt modelId="{7A8B5091-E3CA-4986-AA2D-AA49FECB324A}">
      <dgm:prSet/>
      <dgm:spPr/>
      <dgm:t>
        <a:bodyPr/>
        <a:lstStyle/>
        <a:p>
          <a:pPr>
            <a:defRPr b="1"/>
          </a:pPr>
          <a:r>
            <a:rPr lang="en-US" noProof="0" dirty="0"/>
            <a:t>Input:  </a:t>
          </a:r>
        </a:p>
      </dgm:t>
    </dgm:pt>
    <dgm:pt modelId="{ECB0A970-039E-43BD-8A86-509A63FBACA2}" type="parTrans" cxnId="{202E8479-A41B-454B-8EB5-1CF20647AF19}">
      <dgm:prSet/>
      <dgm:spPr/>
      <dgm:t>
        <a:bodyPr/>
        <a:lstStyle/>
        <a:p>
          <a:endParaRPr lang="en-US"/>
        </a:p>
      </dgm:t>
    </dgm:pt>
    <dgm:pt modelId="{E06F6DD7-0ADC-4720-872E-54D5A41839E4}" type="sibTrans" cxnId="{202E8479-A41B-454B-8EB5-1CF20647AF19}">
      <dgm:prSet/>
      <dgm:spPr/>
      <dgm:t>
        <a:bodyPr/>
        <a:lstStyle/>
        <a:p>
          <a:endParaRPr lang="en-US"/>
        </a:p>
      </dgm:t>
    </dgm:pt>
    <dgm:pt modelId="{8CF1D171-8975-482E-95CC-9099D3FEF412}">
      <dgm:prSet/>
      <dgm:spPr/>
      <dgm:t>
        <a:bodyPr/>
        <a:lstStyle/>
        <a:p>
          <a:r>
            <a:rPr lang="en-US" noProof="0" dirty="0"/>
            <a:t>IP, </a:t>
          </a:r>
          <a:r>
            <a:rPr lang="en-US" noProof="0" dirty="0" err="1"/>
            <a:t>Número</a:t>
          </a:r>
          <a:r>
            <a:rPr lang="en-US" noProof="0" dirty="0"/>
            <a:t> de Portas e </a:t>
          </a:r>
          <a:r>
            <a:rPr lang="en-US" noProof="0" dirty="0" err="1"/>
            <a:t>Sequência</a:t>
          </a:r>
          <a:endParaRPr lang="en-US" noProof="0" dirty="0"/>
        </a:p>
      </dgm:t>
    </dgm:pt>
    <dgm:pt modelId="{7484CBBE-F89D-48BF-ABDD-6F67DB519C23}" type="parTrans" cxnId="{7A1838E7-6A70-4CA8-95B4-1EE8639D80DA}">
      <dgm:prSet/>
      <dgm:spPr/>
      <dgm:t>
        <a:bodyPr/>
        <a:lstStyle/>
        <a:p>
          <a:endParaRPr lang="en-US"/>
        </a:p>
      </dgm:t>
    </dgm:pt>
    <dgm:pt modelId="{0AA018A2-251D-4D2D-912C-B04D011A1C9D}" type="sibTrans" cxnId="{7A1838E7-6A70-4CA8-95B4-1EE8639D80DA}">
      <dgm:prSet/>
      <dgm:spPr/>
      <dgm:t>
        <a:bodyPr/>
        <a:lstStyle/>
        <a:p>
          <a:endParaRPr lang="en-US"/>
        </a:p>
      </dgm:t>
    </dgm:pt>
    <dgm:pt modelId="{888EBDC9-D000-48D3-A54A-F5DEB2DCC838}">
      <dgm:prSet/>
      <dgm:spPr/>
      <dgm:t>
        <a:bodyPr/>
        <a:lstStyle/>
        <a:p>
          <a:pPr>
            <a:defRPr b="1"/>
          </a:pPr>
          <a:r>
            <a:rPr lang="en-US" noProof="0" dirty="0"/>
            <a:t>Output: </a:t>
          </a:r>
        </a:p>
      </dgm:t>
    </dgm:pt>
    <dgm:pt modelId="{789F9ADA-9CF6-461A-8E85-B8861F4A813C}" type="parTrans" cxnId="{89615164-4838-48D2-BB86-0BD425675ED3}">
      <dgm:prSet/>
      <dgm:spPr/>
      <dgm:t>
        <a:bodyPr/>
        <a:lstStyle/>
        <a:p>
          <a:endParaRPr lang="en-US"/>
        </a:p>
      </dgm:t>
    </dgm:pt>
    <dgm:pt modelId="{736703B2-197D-4C4A-BC8C-8FA888B58623}" type="sibTrans" cxnId="{89615164-4838-48D2-BB86-0BD425675ED3}">
      <dgm:prSet/>
      <dgm:spPr/>
      <dgm:t>
        <a:bodyPr/>
        <a:lstStyle/>
        <a:p>
          <a:endParaRPr lang="en-US"/>
        </a:p>
      </dgm:t>
    </dgm:pt>
    <dgm:pt modelId="{BF1AC71A-E462-4B3B-9A08-96290D50BAA3}">
      <dgm:prSet/>
      <dgm:spPr/>
      <dgm:t>
        <a:bodyPr/>
        <a:lstStyle/>
        <a:p>
          <a:r>
            <a:rPr lang="en-US" noProof="0" dirty="0"/>
            <a:t>Se a </a:t>
          </a:r>
          <a:r>
            <a:rPr lang="en-US" noProof="0" dirty="0" err="1"/>
            <a:t>sequência</a:t>
          </a:r>
          <a:r>
            <a:rPr lang="en-US" noProof="0" dirty="0"/>
            <a:t> for </a:t>
          </a:r>
          <a:r>
            <a:rPr lang="en-US" noProof="0" dirty="0" err="1"/>
            <a:t>correta</a:t>
          </a:r>
          <a:r>
            <a:rPr lang="en-US" noProof="0" dirty="0"/>
            <a:t>, </a:t>
          </a:r>
          <a:r>
            <a:rPr lang="en-US" noProof="0" dirty="0" err="1"/>
            <a:t>garante</a:t>
          </a:r>
          <a:r>
            <a:rPr lang="en-US" noProof="0" dirty="0"/>
            <a:t> </a:t>
          </a:r>
          <a:r>
            <a:rPr lang="en-US" noProof="0" dirty="0" err="1"/>
            <a:t>acesso</a:t>
          </a:r>
          <a:r>
            <a:rPr lang="en-US" noProof="0" dirty="0"/>
            <a:t> </a:t>
          </a:r>
          <a:r>
            <a:rPr lang="en-US" noProof="0" dirty="0" err="1"/>
            <a:t>ao</a:t>
          </a:r>
          <a:r>
            <a:rPr lang="en-US" noProof="0" dirty="0"/>
            <a:t> </a:t>
          </a:r>
          <a:r>
            <a:rPr lang="en-US" noProof="0" dirty="0" err="1"/>
            <a:t>servidor</a:t>
          </a:r>
          <a:endParaRPr lang="en-US" noProof="0" dirty="0"/>
        </a:p>
      </dgm:t>
    </dgm:pt>
    <dgm:pt modelId="{C08195D7-CCA3-4EEB-9274-47C5EA49E96F}" type="parTrans" cxnId="{84A0A0EF-514B-4DE0-89EA-192E0E811D96}">
      <dgm:prSet/>
      <dgm:spPr/>
      <dgm:t>
        <a:bodyPr/>
        <a:lstStyle/>
        <a:p>
          <a:endParaRPr lang="en-US"/>
        </a:p>
      </dgm:t>
    </dgm:pt>
    <dgm:pt modelId="{B846732A-A537-4CCD-950A-1624D6E0FD9C}" type="sibTrans" cxnId="{84A0A0EF-514B-4DE0-89EA-192E0E811D96}">
      <dgm:prSet/>
      <dgm:spPr/>
      <dgm:t>
        <a:bodyPr/>
        <a:lstStyle/>
        <a:p>
          <a:endParaRPr lang="en-US"/>
        </a:p>
      </dgm:t>
    </dgm:pt>
    <dgm:pt modelId="{B1EE1B9A-0C8F-42E9-BCA8-DFCA3C3E46DE}">
      <dgm:prSet/>
      <dgm:spPr/>
      <dgm:t>
        <a:bodyPr/>
        <a:lstStyle/>
        <a:p>
          <a:pPr>
            <a:defRPr b="1"/>
          </a:pPr>
          <a:r>
            <a:rPr lang="en-US" noProof="0" dirty="0"/>
            <a:t>Feito: </a:t>
          </a:r>
        </a:p>
      </dgm:t>
    </dgm:pt>
    <dgm:pt modelId="{3F61C8F4-BAB5-4A87-A266-9795CD6F6E31}" type="parTrans" cxnId="{B0B12FF2-BCC5-476C-A3CD-F273AB6BE24B}">
      <dgm:prSet/>
      <dgm:spPr/>
      <dgm:t>
        <a:bodyPr/>
        <a:lstStyle/>
        <a:p>
          <a:endParaRPr lang="en-US"/>
        </a:p>
      </dgm:t>
    </dgm:pt>
    <dgm:pt modelId="{04D98CBB-6DA6-4C66-9286-FB5B759857EF}" type="sibTrans" cxnId="{B0B12FF2-BCC5-476C-A3CD-F273AB6BE24B}">
      <dgm:prSet/>
      <dgm:spPr/>
      <dgm:t>
        <a:bodyPr/>
        <a:lstStyle/>
        <a:p>
          <a:endParaRPr lang="en-US"/>
        </a:p>
      </dgm:t>
    </dgm:pt>
    <dgm:pt modelId="{73078987-5444-4AF0-9C03-AF8D3BE908CB}">
      <dgm:prSet/>
      <dgm:spPr/>
      <dgm:t>
        <a:bodyPr/>
        <a:lstStyle/>
        <a:p>
          <a:r>
            <a:rPr lang="en-US" noProof="0" dirty="0" err="1"/>
            <a:t>Scapy</a:t>
          </a:r>
          <a:endParaRPr lang="en-US" noProof="0" dirty="0"/>
        </a:p>
      </dgm:t>
    </dgm:pt>
    <dgm:pt modelId="{6A613B3B-F67C-42F1-B08C-4AD282906A88}" type="parTrans" cxnId="{F5E5C5DC-E40C-4420-BE9B-5502BE333AC3}">
      <dgm:prSet/>
      <dgm:spPr/>
      <dgm:t>
        <a:bodyPr/>
        <a:lstStyle/>
        <a:p>
          <a:endParaRPr lang="en-US"/>
        </a:p>
      </dgm:t>
    </dgm:pt>
    <dgm:pt modelId="{FCE9EFE0-2A13-41F2-A691-04DAFF12A999}" type="sibTrans" cxnId="{F5E5C5DC-E40C-4420-BE9B-5502BE333AC3}">
      <dgm:prSet/>
      <dgm:spPr/>
      <dgm:t>
        <a:bodyPr/>
        <a:lstStyle/>
        <a:p>
          <a:endParaRPr lang="en-US"/>
        </a:p>
      </dgm:t>
    </dgm:pt>
    <dgm:pt modelId="{F8AFF722-547B-4F47-A86B-685B196F9355}" type="pres">
      <dgm:prSet presAssocID="{36491F9E-BEF3-4D37-9CE7-650F89D5E241}" presName="root" presStyleCnt="0">
        <dgm:presLayoutVars>
          <dgm:dir/>
          <dgm:resizeHandles val="exact"/>
        </dgm:presLayoutVars>
      </dgm:prSet>
      <dgm:spPr/>
    </dgm:pt>
    <dgm:pt modelId="{48550671-0B2B-42D1-A755-AA310E45D8D2}" type="pres">
      <dgm:prSet presAssocID="{766EBF66-4C80-4712-A07C-8C878049E708}" presName="compNode" presStyleCnt="0"/>
      <dgm:spPr/>
    </dgm:pt>
    <dgm:pt modelId="{22EE5DF6-DC4E-4A93-BECE-F8E8AF29C183}" type="pres">
      <dgm:prSet presAssocID="{766EBF66-4C80-4712-A07C-8C878049E708}" presName="iconRect" presStyleLbl="node1" presStyleIdx="0" presStyleCnt="4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B8A7C590-E95E-4913-B12A-D4374458A293}" type="pres">
      <dgm:prSet presAssocID="{766EBF66-4C80-4712-A07C-8C878049E708}" presName="iconSpace" presStyleCnt="0"/>
      <dgm:spPr/>
    </dgm:pt>
    <dgm:pt modelId="{F27A25C0-BF4D-4E17-AFB3-23FE8C6222A2}" type="pres">
      <dgm:prSet presAssocID="{766EBF66-4C80-4712-A07C-8C878049E708}" presName="parTx" presStyleLbl="revTx" presStyleIdx="0" presStyleCnt="8">
        <dgm:presLayoutVars>
          <dgm:chMax val="0"/>
          <dgm:chPref val="0"/>
        </dgm:presLayoutVars>
      </dgm:prSet>
      <dgm:spPr/>
    </dgm:pt>
    <dgm:pt modelId="{F63E73AE-7E83-44C1-9C7A-2F059F40CC44}" type="pres">
      <dgm:prSet presAssocID="{766EBF66-4C80-4712-A07C-8C878049E708}" presName="txSpace" presStyleCnt="0"/>
      <dgm:spPr/>
    </dgm:pt>
    <dgm:pt modelId="{B1D94900-7450-4DFE-8E03-262194EB7769}" type="pres">
      <dgm:prSet presAssocID="{766EBF66-4C80-4712-A07C-8C878049E708}" presName="desTx" presStyleLbl="revTx" presStyleIdx="1" presStyleCnt="8">
        <dgm:presLayoutVars/>
      </dgm:prSet>
      <dgm:spPr/>
    </dgm:pt>
    <dgm:pt modelId="{E25B23F9-FDB0-4638-9E1A-3FA20832BE7B}" type="pres">
      <dgm:prSet presAssocID="{1F2FD91A-CDF3-4DD7-9123-B71A60FFA201}" presName="sibTrans" presStyleCnt="0"/>
      <dgm:spPr/>
    </dgm:pt>
    <dgm:pt modelId="{D958987F-A0E4-45DE-879D-D548D72C5DCF}" type="pres">
      <dgm:prSet presAssocID="{7A8B5091-E3CA-4986-AA2D-AA49FECB324A}" presName="compNode" presStyleCnt="0"/>
      <dgm:spPr/>
    </dgm:pt>
    <dgm:pt modelId="{C8DDDE1F-AA94-4661-B67F-1AB8D9AE2AD3}" type="pres">
      <dgm:prSet presAssocID="{7A8B5091-E3CA-4986-AA2D-AA49FECB324A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C515F899-8558-4E2C-B17A-48971EE78D5A}" type="pres">
      <dgm:prSet presAssocID="{7A8B5091-E3CA-4986-AA2D-AA49FECB324A}" presName="iconSpace" presStyleCnt="0"/>
      <dgm:spPr/>
    </dgm:pt>
    <dgm:pt modelId="{97B4175F-6BBF-4013-B85A-7BE99170CB5B}" type="pres">
      <dgm:prSet presAssocID="{7A8B5091-E3CA-4986-AA2D-AA49FECB324A}" presName="parTx" presStyleLbl="revTx" presStyleIdx="2" presStyleCnt="8">
        <dgm:presLayoutVars>
          <dgm:chMax val="0"/>
          <dgm:chPref val="0"/>
        </dgm:presLayoutVars>
      </dgm:prSet>
      <dgm:spPr/>
    </dgm:pt>
    <dgm:pt modelId="{B01FDF44-43D3-405E-BEFF-E9B98C34F7CC}" type="pres">
      <dgm:prSet presAssocID="{7A8B5091-E3CA-4986-AA2D-AA49FECB324A}" presName="txSpace" presStyleCnt="0"/>
      <dgm:spPr/>
    </dgm:pt>
    <dgm:pt modelId="{0058EF28-B07A-4D6F-A26A-BB9D88610D5F}" type="pres">
      <dgm:prSet presAssocID="{7A8B5091-E3CA-4986-AA2D-AA49FECB324A}" presName="desTx" presStyleLbl="revTx" presStyleIdx="3" presStyleCnt="8">
        <dgm:presLayoutVars/>
      </dgm:prSet>
      <dgm:spPr/>
    </dgm:pt>
    <dgm:pt modelId="{FF66C59C-918B-4230-8363-39BCB428E979}" type="pres">
      <dgm:prSet presAssocID="{E06F6DD7-0ADC-4720-872E-54D5A41839E4}" presName="sibTrans" presStyleCnt="0"/>
      <dgm:spPr/>
    </dgm:pt>
    <dgm:pt modelId="{6C211150-1EB2-4748-8F6C-E666D4C9238A}" type="pres">
      <dgm:prSet presAssocID="{888EBDC9-D000-48D3-A54A-F5DEB2DCC838}" presName="compNode" presStyleCnt="0"/>
      <dgm:spPr/>
    </dgm:pt>
    <dgm:pt modelId="{3748B747-DD73-4C7C-93F6-5DC682EE6416}" type="pres">
      <dgm:prSet presAssocID="{888EBDC9-D000-48D3-A54A-F5DEB2DCC838}" presName="iconRect" presStyleLbl="node1" presStyleIdx="2" presStyleCnt="4"/>
      <dgm:spPr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07E5C199-8AC6-489F-9481-1F94BF5898F8}" type="pres">
      <dgm:prSet presAssocID="{888EBDC9-D000-48D3-A54A-F5DEB2DCC838}" presName="iconSpace" presStyleCnt="0"/>
      <dgm:spPr/>
    </dgm:pt>
    <dgm:pt modelId="{6A4B4868-0669-4DC2-81E8-330156DDAB07}" type="pres">
      <dgm:prSet presAssocID="{888EBDC9-D000-48D3-A54A-F5DEB2DCC838}" presName="parTx" presStyleLbl="revTx" presStyleIdx="4" presStyleCnt="8">
        <dgm:presLayoutVars>
          <dgm:chMax val="0"/>
          <dgm:chPref val="0"/>
        </dgm:presLayoutVars>
      </dgm:prSet>
      <dgm:spPr/>
    </dgm:pt>
    <dgm:pt modelId="{19AD62F0-52AA-43CF-82DD-6FD914344E7C}" type="pres">
      <dgm:prSet presAssocID="{888EBDC9-D000-48D3-A54A-F5DEB2DCC838}" presName="txSpace" presStyleCnt="0"/>
      <dgm:spPr/>
    </dgm:pt>
    <dgm:pt modelId="{ED5418AF-C5B0-416D-A102-1FB0FFAD5C1E}" type="pres">
      <dgm:prSet presAssocID="{888EBDC9-D000-48D3-A54A-F5DEB2DCC838}" presName="desTx" presStyleLbl="revTx" presStyleIdx="5" presStyleCnt="8">
        <dgm:presLayoutVars/>
      </dgm:prSet>
      <dgm:spPr/>
    </dgm:pt>
    <dgm:pt modelId="{833C8232-C54C-4321-97D3-B6BE36AA8D01}" type="pres">
      <dgm:prSet presAssocID="{736703B2-197D-4C4A-BC8C-8FA888B58623}" presName="sibTrans" presStyleCnt="0"/>
      <dgm:spPr/>
    </dgm:pt>
    <dgm:pt modelId="{A8E36631-D3C1-45AC-947B-EA573F4BE224}" type="pres">
      <dgm:prSet presAssocID="{B1EE1B9A-0C8F-42E9-BCA8-DFCA3C3E46DE}" presName="compNode" presStyleCnt="0"/>
      <dgm:spPr/>
    </dgm:pt>
    <dgm:pt modelId="{6706BEC2-ECDA-4C7C-AD37-3C709CC7D09F}" type="pres">
      <dgm:prSet presAssocID="{B1EE1B9A-0C8F-42E9-BCA8-DFCA3C3E46DE}" presName="iconRect" presStyleLbl="node1" presStyleIdx="3" presStyleCnt="4"/>
      <dgm:spPr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ões"/>
        </a:ext>
      </dgm:extLst>
    </dgm:pt>
    <dgm:pt modelId="{919C0049-AC65-4B93-9209-6B33F107B5E2}" type="pres">
      <dgm:prSet presAssocID="{B1EE1B9A-0C8F-42E9-BCA8-DFCA3C3E46DE}" presName="iconSpace" presStyleCnt="0"/>
      <dgm:spPr/>
    </dgm:pt>
    <dgm:pt modelId="{8716EBD0-7EB4-4445-B825-6F6EE4F08927}" type="pres">
      <dgm:prSet presAssocID="{B1EE1B9A-0C8F-42E9-BCA8-DFCA3C3E46DE}" presName="parTx" presStyleLbl="revTx" presStyleIdx="6" presStyleCnt="8">
        <dgm:presLayoutVars>
          <dgm:chMax val="0"/>
          <dgm:chPref val="0"/>
        </dgm:presLayoutVars>
      </dgm:prSet>
      <dgm:spPr/>
    </dgm:pt>
    <dgm:pt modelId="{7967AC43-627D-4CD8-B604-E2860BCC2D32}" type="pres">
      <dgm:prSet presAssocID="{B1EE1B9A-0C8F-42E9-BCA8-DFCA3C3E46DE}" presName="txSpace" presStyleCnt="0"/>
      <dgm:spPr/>
    </dgm:pt>
    <dgm:pt modelId="{615035C8-A8FE-454E-9B5A-DF582E1CC836}" type="pres">
      <dgm:prSet presAssocID="{B1EE1B9A-0C8F-42E9-BCA8-DFCA3C3E46DE}" presName="desTx" presStyleLbl="revTx" presStyleIdx="7" presStyleCnt="8">
        <dgm:presLayoutVars/>
      </dgm:prSet>
      <dgm:spPr/>
    </dgm:pt>
  </dgm:ptLst>
  <dgm:cxnLst>
    <dgm:cxn modelId="{3D23CB2B-5CF2-4DD2-A087-F3BB3A6FA770}" type="presOf" srcId="{73078987-5444-4AF0-9C03-AF8D3BE908CB}" destId="{615035C8-A8FE-454E-9B5A-DF582E1CC836}" srcOrd="0" destOrd="0" presId="urn:microsoft.com/office/officeart/2018/2/layout/IconLabelDescriptionList"/>
    <dgm:cxn modelId="{F8501237-B0E2-4BA0-91F6-CB3E60572167}" type="presOf" srcId="{36491F9E-BEF3-4D37-9CE7-650F89D5E241}" destId="{F8AFF722-547B-4F47-A86B-685B196F9355}" srcOrd="0" destOrd="0" presId="urn:microsoft.com/office/officeart/2018/2/layout/IconLabelDescriptionList"/>
    <dgm:cxn modelId="{1F49A342-6C84-48B9-9451-C20815D50682}" type="presOf" srcId="{AD7BDE62-5270-4096-B267-6F36B48A98FA}" destId="{B1D94900-7450-4DFE-8E03-262194EB7769}" srcOrd="0" destOrd="0" presId="urn:microsoft.com/office/officeart/2018/2/layout/IconLabelDescriptionList"/>
    <dgm:cxn modelId="{89615164-4838-48D2-BB86-0BD425675ED3}" srcId="{36491F9E-BEF3-4D37-9CE7-650F89D5E241}" destId="{888EBDC9-D000-48D3-A54A-F5DEB2DCC838}" srcOrd="2" destOrd="0" parTransId="{789F9ADA-9CF6-461A-8E85-B8861F4A813C}" sibTransId="{736703B2-197D-4C4A-BC8C-8FA888B58623}"/>
    <dgm:cxn modelId="{E9D85449-03A7-48F5-A4ED-BFA7C0DB9346}" type="presOf" srcId="{BF1AC71A-E462-4B3B-9A08-96290D50BAA3}" destId="{ED5418AF-C5B0-416D-A102-1FB0FFAD5C1E}" srcOrd="0" destOrd="0" presId="urn:microsoft.com/office/officeart/2018/2/layout/IconLabelDescriptionList"/>
    <dgm:cxn modelId="{202E8479-A41B-454B-8EB5-1CF20647AF19}" srcId="{36491F9E-BEF3-4D37-9CE7-650F89D5E241}" destId="{7A8B5091-E3CA-4986-AA2D-AA49FECB324A}" srcOrd="1" destOrd="0" parTransId="{ECB0A970-039E-43BD-8A86-509A63FBACA2}" sibTransId="{E06F6DD7-0ADC-4720-872E-54D5A41839E4}"/>
    <dgm:cxn modelId="{A1BB9D7E-5FE2-4FF8-B25A-052712A09808}" srcId="{766EBF66-4C80-4712-A07C-8C878049E708}" destId="{AD7BDE62-5270-4096-B267-6F36B48A98FA}" srcOrd="0" destOrd="0" parTransId="{8430F259-839C-4F4A-BA61-23F5DD4FE42B}" sibTransId="{EAFD68D2-E87B-42CC-A4B2-2F26E8C324C9}"/>
    <dgm:cxn modelId="{1BAE9BA8-6316-48AF-BFAF-5B63D031D427}" type="presOf" srcId="{7A8B5091-E3CA-4986-AA2D-AA49FECB324A}" destId="{97B4175F-6BBF-4013-B85A-7BE99170CB5B}" srcOrd="0" destOrd="0" presId="urn:microsoft.com/office/officeart/2018/2/layout/IconLabelDescriptionList"/>
    <dgm:cxn modelId="{4DAE52B1-0485-47CB-8178-C4E62E7D55C1}" srcId="{36491F9E-BEF3-4D37-9CE7-650F89D5E241}" destId="{766EBF66-4C80-4712-A07C-8C878049E708}" srcOrd="0" destOrd="0" parTransId="{A704C36C-D54D-4135-AA11-8F36DBB78977}" sibTransId="{1F2FD91A-CDF3-4DD7-9123-B71A60FFA201}"/>
    <dgm:cxn modelId="{356BC8CE-FDCE-47F4-954E-93359FA25716}" type="presOf" srcId="{8CF1D171-8975-482E-95CC-9099D3FEF412}" destId="{0058EF28-B07A-4D6F-A26A-BB9D88610D5F}" srcOrd="0" destOrd="0" presId="urn:microsoft.com/office/officeart/2018/2/layout/IconLabelDescriptionList"/>
    <dgm:cxn modelId="{F5E5C5DC-E40C-4420-BE9B-5502BE333AC3}" srcId="{B1EE1B9A-0C8F-42E9-BCA8-DFCA3C3E46DE}" destId="{73078987-5444-4AF0-9C03-AF8D3BE908CB}" srcOrd="0" destOrd="0" parTransId="{6A613B3B-F67C-42F1-B08C-4AD282906A88}" sibTransId="{FCE9EFE0-2A13-41F2-A691-04DAFF12A999}"/>
    <dgm:cxn modelId="{58A510E4-ACA7-40F3-9202-AC92AA462AF0}" type="presOf" srcId="{888EBDC9-D000-48D3-A54A-F5DEB2DCC838}" destId="{6A4B4868-0669-4DC2-81E8-330156DDAB07}" srcOrd="0" destOrd="0" presId="urn:microsoft.com/office/officeart/2018/2/layout/IconLabelDescriptionList"/>
    <dgm:cxn modelId="{7A1838E7-6A70-4CA8-95B4-1EE8639D80DA}" srcId="{7A8B5091-E3CA-4986-AA2D-AA49FECB324A}" destId="{8CF1D171-8975-482E-95CC-9099D3FEF412}" srcOrd="0" destOrd="0" parTransId="{7484CBBE-F89D-48BF-ABDD-6F67DB519C23}" sibTransId="{0AA018A2-251D-4D2D-912C-B04D011A1C9D}"/>
    <dgm:cxn modelId="{7C2B71E7-B4AE-4A11-B3C8-F089BCB947CB}" type="presOf" srcId="{B1EE1B9A-0C8F-42E9-BCA8-DFCA3C3E46DE}" destId="{8716EBD0-7EB4-4445-B825-6F6EE4F08927}" srcOrd="0" destOrd="0" presId="urn:microsoft.com/office/officeart/2018/2/layout/IconLabelDescriptionList"/>
    <dgm:cxn modelId="{84A0A0EF-514B-4DE0-89EA-192E0E811D96}" srcId="{888EBDC9-D000-48D3-A54A-F5DEB2DCC838}" destId="{BF1AC71A-E462-4B3B-9A08-96290D50BAA3}" srcOrd="0" destOrd="0" parTransId="{C08195D7-CCA3-4EEB-9274-47C5EA49E96F}" sibTransId="{B846732A-A537-4CCD-950A-1624D6E0FD9C}"/>
    <dgm:cxn modelId="{B0B12FF2-BCC5-476C-A3CD-F273AB6BE24B}" srcId="{36491F9E-BEF3-4D37-9CE7-650F89D5E241}" destId="{B1EE1B9A-0C8F-42E9-BCA8-DFCA3C3E46DE}" srcOrd="3" destOrd="0" parTransId="{3F61C8F4-BAB5-4A87-A266-9795CD6F6E31}" sibTransId="{04D98CBB-6DA6-4C66-9286-FB5B759857EF}"/>
    <dgm:cxn modelId="{4D1835F7-94CB-46C3-9E67-68555C4FCD09}" type="presOf" srcId="{766EBF66-4C80-4712-A07C-8C878049E708}" destId="{F27A25C0-BF4D-4E17-AFB3-23FE8C6222A2}" srcOrd="0" destOrd="0" presId="urn:microsoft.com/office/officeart/2018/2/layout/IconLabelDescriptionList"/>
    <dgm:cxn modelId="{123C284E-72A8-4F87-9B04-4E40ACE007BC}" type="presParOf" srcId="{F8AFF722-547B-4F47-A86B-685B196F9355}" destId="{48550671-0B2B-42D1-A755-AA310E45D8D2}" srcOrd="0" destOrd="0" presId="urn:microsoft.com/office/officeart/2018/2/layout/IconLabelDescriptionList"/>
    <dgm:cxn modelId="{523F53B0-5C94-4CA3-B240-EAD9140EBE40}" type="presParOf" srcId="{48550671-0B2B-42D1-A755-AA310E45D8D2}" destId="{22EE5DF6-DC4E-4A93-BECE-F8E8AF29C183}" srcOrd="0" destOrd="0" presId="urn:microsoft.com/office/officeart/2018/2/layout/IconLabelDescriptionList"/>
    <dgm:cxn modelId="{F72CAB5A-5F88-4B52-BCEB-89502781AAE7}" type="presParOf" srcId="{48550671-0B2B-42D1-A755-AA310E45D8D2}" destId="{B8A7C590-E95E-4913-B12A-D4374458A293}" srcOrd="1" destOrd="0" presId="urn:microsoft.com/office/officeart/2018/2/layout/IconLabelDescriptionList"/>
    <dgm:cxn modelId="{D32DCCF6-1B94-42AF-905D-6D4D55936F9A}" type="presParOf" srcId="{48550671-0B2B-42D1-A755-AA310E45D8D2}" destId="{F27A25C0-BF4D-4E17-AFB3-23FE8C6222A2}" srcOrd="2" destOrd="0" presId="urn:microsoft.com/office/officeart/2018/2/layout/IconLabelDescriptionList"/>
    <dgm:cxn modelId="{47658F46-E017-4B4C-9691-CA0FB9037911}" type="presParOf" srcId="{48550671-0B2B-42D1-A755-AA310E45D8D2}" destId="{F63E73AE-7E83-44C1-9C7A-2F059F40CC44}" srcOrd="3" destOrd="0" presId="urn:microsoft.com/office/officeart/2018/2/layout/IconLabelDescriptionList"/>
    <dgm:cxn modelId="{AE855B14-9BCE-469E-A8EA-9DF92A04BEF6}" type="presParOf" srcId="{48550671-0B2B-42D1-A755-AA310E45D8D2}" destId="{B1D94900-7450-4DFE-8E03-262194EB7769}" srcOrd="4" destOrd="0" presId="urn:microsoft.com/office/officeart/2018/2/layout/IconLabelDescriptionList"/>
    <dgm:cxn modelId="{6953130E-2669-41E5-80C0-B73C9C37B03B}" type="presParOf" srcId="{F8AFF722-547B-4F47-A86B-685B196F9355}" destId="{E25B23F9-FDB0-4638-9E1A-3FA20832BE7B}" srcOrd="1" destOrd="0" presId="urn:microsoft.com/office/officeart/2018/2/layout/IconLabelDescriptionList"/>
    <dgm:cxn modelId="{ABDE1A1B-43F3-48FE-BA50-7D1A7DCB35C4}" type="presParOf" srcId="{F8AFF722-547B-4F47-A86B-685B196F9355}" destId="{D958987F-A0E4-45DE-879D-D548D72C5DCF}" srcOrd="2" destOrd="0" presId="urn:microsoft.com/office/officeart/2018/2/layout/IconLabelDescriptionList"/>
    <dgm:cxn modelId="{8FC1592C-2CE0-4FE0-8359-0C9CCC2E4877}" type="presParOf" srcId="{D958987F-A0E4-45DE-879D-D548D72C5DCF}" destId="{C8DDDE1F-AA94-4661-B67F-1AB8D9AE2AD3}" srcOrd="0" destOrd="0" presId="urn:microsoft.com/office/officeart/2018/2/layout/IconLabelDescriptionList"/>
    <dgm:cxn modelId="{6EEDAF6C-045F-4FDF-BE65-9D15317185A6}" type="presParOf" srcId="{D958987F-A0E4-45DE-879D-D548D72C5DCF}" destId="{C515F899-8558-4E2C-B17A-48971EE78D5A}" srcOrd="1" destOrd="0" presId="urn:microsoft.com/office/officeart/2018/2/layout/IconLabelDescriptionList"/>
    <dgm:cxn modelId="{04073B68-8EF3-4DCA-9239-455538ED5182}" type="presParOf" srcId="{D958987F-A0E4-45DE-879D-D548D72C5DCF}" destId="{97B4175F-6BBF-4013-B85A-7BE99170CB5B}" srcOrd="2" destOrd="0" presId="urn:microsoft.com/office/officeart/2018/2/layout/IconLabelDescriptionList"/>
    <dgm:cxn modelId="{6C051854-46D4-438E-AD1A-985FF91E34DC}" type="presParOf" srcId="{D958987F-A0E4-45DE-879D-D548D72C5DCF}" destId="{B01FDF44-43D3-405E-BEFF-E9B98C34F7CC}" srcOrd="3" destOrd="0" presId="urn:microsoft.com/office/officeart/2018/2/layout/IconLabelDescriptionList"/>
    <dgm:cxn modelId="{B0FC2ACF-EEC2-4C05-B7A8-B6C987A5ED6A}" type="presParOf" srcId="{D958987F-A0E4-45DE-879D-D548D72C5DCF}" destId="{0058EF28-B07A-4D6F-A26A-BB9D88610D5F}" srcOrd="4" destOrd="0" presId="urn:microsoft.com/office/officeart/2018/2/layout/IconLabelDescriptionList"/>
    <dgm:cxn modelId="{B84955FC-F0AE-4DA3-9E5A-F9A052D667B4}" type="presParOf" srcId="{F8AFF722-547B-4F47-A86B-685B196F9355}" destId="{FF66C59C-918B-4230-8363-39BCB428E979}" srcOrd="3" destOrd="0" presId="urn:microsoft.com/office/officeart/2018/2/layout/IconLabelDescriptionList"/>
    <dgm:cxn modelId="{03206B9C-AD3B-44C7-87D7-F86447BBEAFF}" type="presParOf" srcId="{F8AFF722-547B-4F47-A86B-685B196F9355}" destId="{6C211150-1EB2-4748-8F6C-E666D4C9238A}" srcOrd="4" destOrd="0" presId="urn:microsoft.com/office/officeart/2018/2/layout/IconLabelDescriptionList"/>
    <dgm:cxn modelId="{9A865481-5585-4D42-8679-0779EC7B8C2F}" type="presParOf" srcId="{6C211150-1EB2-4748-8F6C-E666D4C9238A}" destId="{3748B747-DD73-4C7C-93F6-5DC682EE6416}" srcOrd="0" destOrd="0" presId="urn:microsoft.com/office/officeart/2018/2/layout/IconLabelDescriptionList"/>
    <dgm:cxn modelId="{0709C78B-29C0-4E58-B3AC-603214B0D50F}" type="presParOf" srcId="{6C211150-1EB2-4748-8F6C-E666D4C9238A}" destId="{07E5C199-8AC6-489F-9481-1F94BF5898F8}" srcOrd="1" destOrd="0" presId="urn:microsoft.com/office/officeart/2018/2/layout/IconLabelDescriptionList"/>
    <dgm:cxn modelId="{A20E9D9B-0F55-47A0-B333-B5B4C417F783}" type="presParOf" srcId="{6C211150-1EB2-4748-8F6C-E666D4C9238A}" destId="{6A4B4868-0669-4DC2-81E8-330156DDAB07}" srcOrd="2" destOrd="0" presId="urn:microsoft.com/office/officeart/2018/2/layout/IconLabelDescriptionList"/>
    <dgm:cxn modelId="{E8AC42B1-C975-4162-94CB-58CC09B6C389}" type="presParOf" srcId="{6C211150-1EB2-4748-8F6C-E666D4C9238A}" destId="{19AD62F0-52AA-43CF-82DD-6FD914344E7C}" srcOrd="3" destOrd="0" presId="urn:microsoft.com/office/officeart/2018/2/layout/IconLabelDescriptionList"/>
    <dgm:cxn modelId="{6B0DD6CB-4150-42D8-9772-50B543985BF6}" type="presParOf" srcId="{6C211150-1EB2-4748-8F6C-E666D4C9238A}" destId="{ED5418AF-C5B0-416D-A102-1FB0FFAD5C1E}" srcOrd="4" destOrd="0" presId="urn:microsoft.com/office/officeart/2018/2/layout/IconLabelDescriptionList"/>
    <dgm:cxn modelId="{410C26FB-291B-45BC-A6A6-29EF9894157E}" type="presParOf" srcId="{F8AFF722-547B-4F47-A86B-685B196F9355}" destId="{833C8232-C54C-4321-97D3-B6BE36AA8D01}" srcOrd="5" destOrd="0" presId="urn:microsoft.com/office/officeart/2018/2/layout/IconLabelDescriptionList"/>
    <dgm:cxn modelId="{B469B993-587D-4C07-A5C6-EBEE3AD489EB}" type="presParOf" srcId="{F8AFF722-547B-4F47-A86B-685B196F9355}" destId="{A8E36631-D3C1-45AC-947B-EA573F4BE224}" srcOrd="6" destOrd="0" presId="urn:microsoft.com/office/officeart/2018/2/layout/IconLabelDescriptionList"/>
    <dgm:cxn modelId="{93656763-6AE3-4011-B165-EFC5DCFA9645}" type="presParOf" srcId="{A8E36631-D3C1-45AC-947B-EA573F4BE224}" destId="{6706BEC2-ECDA-4C7C-AD37-3C709CC7D09F}" srcOrd="0" destOrd="0" presId="urn:microsoft.com/office/officeart/2018/2/layout/IconLabelDescriptionList"/>
    <dgm:cxn modelId="{7CF13A63-CA09-4410-A2C9-0EF63EDC9D1B}" type="presParOf" srcId="{A8E36631-D3C1-45AC-947B-EA573F4BE224}" destId="{919C0049-AC65-4B93-9209-6B33F107B5E2}" srcOrd="1" destOrd="0" presId="urn:microsoft.com/office/officeart/2018/2/layout/IconLabelDescriptionList"/>
    <dgm:cxn modelId="{36514F9C-5D3E-4EB8-9C17-35EFA5A29515}" type="presParOf" srcId="{A8E36631-D3C1-45AC-947B-EA573F4BE224}" destId="{8716EBD0-7EB4-4445-B825-6F6EE4F08927}" srcOrd="2" destOrd="0" presId="urn:microsoft.com/office/officeart/2018/2/layout/IconLabelDescriptionList"/>
    <dgm:cxn modelId="{B8C86554-0DBD-46A6-AC37-460AF24435D5}" type="presParOf" srcId="{A8E36631-D3C1-45AC-947B-EA573F4BE224}" destId="{7967AC43-627D-4CD8-B604-E2860BCC2D32}" srcOrd="3" destOrd="0" presId="urn:microsoft.com/office/officeart/2018/2/layout/IconLabelDescriptionList"/>
    <dgm:cxn modelId="{4012F600-8B10-4523-A8CB-A0B3B89BC7D7}" type="presParOf" srcId="{A8E36631-D3C1-45AC-947B-EA573F4BE224}" destId="{615035C8-A8FE-454E-9B5A-DF582E1CC83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6491F9E-BEF3-4D37-9CE7-650F89D5E241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66EBF66-4C80-4712-A07C-8C878049E708}">
      <dgm:prSet/>
      <dgm:spPr/>
      <dgm:t>
        <a:bodyPr/>
        <a:lstStyle/>
        <a:p>
          <a:pPr>
            <a:defRPr b="1"/>
          </a:pPr>
          <a:r>
            <a:rPr lang="en-US" noProof="0" dirty="0"/>
            <a:t>O </a:t>
          </a:r>
          <a:r>
            <a:rPr lang="en-US" noProof="0" dirty="0" err="1"/>
            <a:t>que</a:t>
          </a:r>
          <a:r>
            <a:rPr lang="en-US" noProof="0" dirty="0"/>
            <a:t> é? </a:t>
          </a:r>
        </a:p>
      </dgm:t>
    </dgm:pt>
    <dgm:pt modelId="{A704C36C-D54D-4135-AA11-8F36DBB78977}" type="parTrans" cxnId="{4DAE52B1-0485-47CB-8178-C4E62E7D55C1}">
      <dgm:prSet/>
      <dgm:spPr/>
      <dgm:t>
        <a:bodyPr/>
        <a:lstStyle/>
        <a:p>
          <a:endParaRPr lang="en-US"/>
        </a:p>
      </dgm:t>
    </dgm:pt>
    <dgm:pt modelId="{1F2FD91A-CDF3-4DD7-9123-B71A60FFA201}" type="sibTrans" cxnId="{4DAE52B1-0485-47CB-8178-C4E62E7D55C1}">
      <dgm:prSet/>
      <dgm:spPr/>
      <dgm:t>
        <a:bodyPr/>
        <a:lstStyle/>
        <a:p>
          <a:endParaRPr lang="en-US"/>
        </a:p>
      </dgm:t>
    </dgm:pt>
    <dgm:pt modelId="{AD7BDE62-5270-4096-B267-6F36B48A98FA}">
      <dgm:prSet/>
      <dgm:spPr/>
      <dgm:t>
        <a:bodyPr/>
        <a:lstStyle/>
        <a:p>
          <a:r>
            <a:rPr lang="en-US" noProof="0" dirty="0"/>
            <a:t>Serve para </a:t>
          </a:r>
          <a:r>
            <a:rPr lang="en-US" noProof="0" dirty="0" err="1"/>
            <a:t>armazenar</a:t>
          </a:r>
          <a:r>
            <a:rPr lang="en-US" noProof="0" dirty="0"/>
            <a:t> </a:t>
          </a:r>
          <a:r>
            <a:rPr lang="en-US" noProof="0" dirty="0" err="1"/>
            <a:t>credenciais</a:t>
          </a:r>
          <a:r>
            <a:rPr lang="en-US" noProof="0" dirty="0"/>
            <a:t> de </a:t>
          </a:r>
          <a:r>
            <a:rPr lang="en-US" noProof="0" dirty="0" err="1"/>
            <a:t>início</a:t>
          </a:r>
          <a:r>
            <a:rPr lang="en-US" noProof="0" dirty="0"/>
            <a:t> de </a:t>
          </a:r>
          <a:r>
            <a:rPr lang="en-US" noProof="0" dirty="0" err="1"/>
            <a:t>sessão</a:t>
          </a:r>
          <a:r>
            <a:rPr lang="en-US" noProof="0" dirty="0"/>
            <a:t>, </a:t>
          </a:r>
          <a:r>
            <a:rPr lang="en-US" noProof="0" dirty="0" err="1"/>
            <a:t>podendo</a:t>
          </a:r>
          <a:r>
            <a:rPr lang="en-US" noProof="0" dirty="0"/>
            <a:t> </a:t>
          </a:r>
          <a:r>
            <a:rPr lang="en-US" noProof="0" dirty="0" err="1"/>
            <a:t>visualizar</a:t>
          </a:r>
          <a:r>
            <a:rPr lang="en-US" noProof="0" dirty="0"/>
            <a:t>, </a:t>
          </a:r>
          <a:r>
            <a:rPr lang="en-US" noProof="0" dirty="0" err="1"/>
            <a:t>editar</a:t>
          </a:r>
          <a:r>
            <a:rPr lang="en-US" noProof="0" dirty="0"/>
            <a:t> </a:t>
          </a:r>
          <a:r>
            <a:rPr lang="en-US" noProof="0" dirty="0" err="1"/>
            <a:t>ou</a:t>
          </a:r>
          <a:r>
            <a:rPr lang="en-US" noProof="0" dirty="0"/>
            <a:t> remover com 2FA</a:t>
          </a:r>
        </a:p>
      </dgm:t>
    </dgm:pt>
    <dgm:pt modelId="{8430F259-839C-4F4A-BA61-23F5DD4FE42B}" type="parTrans" cxnId="{A1BB9D7E-5FE2-4FF8-B25A-052712A09808}">
      <dgm:prSet/>
      <dgm:spPr/>
      <dgm:t>
        <a:bodyPr/>
        <a:lstStyle/>
        <a:p>
          <a:endParaRPr lang="en-US"/>
        </a:p>
      </dgm:t>
    </dgm:pt>
    <dgm:pt modelId="{EAFD68D2-E87B-42CC-A4B2-2F26E8C324C9}" type="sibTrans" cxnId="{A1BB9D7E-5FE2-4FF8-B25A-052712A09808}">
      <dgm:prSet/>
      <dgm:spPr/>
      <dgm:t>
        <a:bodyPr/>
        <a:lstStyle/>
        <a:p>
          <a:endParaRPr lang="en-US"/>
        </a:p>
      </dgm:t>
    </dgm:pt>
    <dgm:pt modelId="{7A8B5091-E3CA-4986-AA2D-AA49FECB324A}">
      <dgm:prSet/>
      <dgm:spPr/>
      <dgm:t>
        <a:bodyPr/>
        <a:lstStyle/>
        <a:p>
          <a:pPr>
            <a:defRPr b="1"/>
          </a:pPr>
          <a:r>
            <a:rPr lang="en-US" noProof="0" dirty="0"/>
            <a:t>Input:  </a:t>
          </a:r>
        </a:p>
      </dgm:t>
    </dgm:pt>
    <dgm:pt modelId="{ECB0A970-039E-43BD-8A86-509A63FBACA2}" type="parTrans" cxnId="{202E8479-A41B-454B-8EB5-1CF20647AF19}">
      <dgm:prSet/>
      <dgm:spPr/>
      <dgm:t>
        <a:bodyPr/>
        <a:lstStyle/>
        <a:p>
          <a:endParaRPr lang="en-US"/>
        </a:p>
      </dgm:t>
    </dgm:pt>
    <dgm:pt modelId="{E06F6DD7-0ADC-4720-872E-54D5A41839E4}" type="sibTrans" cxnId="{202E8479-A41B-454B-8EB5-1CF20647AF19}">
      <dgm:prSet/>
      <dgm:spPr/>
      <dgm:t>
        <a:bodyPr/>
        <a:lstStyle/>
        <a:p>
          <a:endParaRPr lang="en-US"/>
        </a:p>
      </dgm:t>
    </dgm:pt>
    <dgm:pt modelId="{8CF1D171-8975-482E-95CC-9099D3FEF412}">
      <dgm:prSet/>
      <dgm:spPr/>
      <dgm:t>
        <a:bodyPr/>
        <a:lstStyle/>
        <a:p>
          <a:r>
            <a:rPr lang="en-US" noProof="0" dirty="0"/>
            <a:t>Se </a:t>
          </a:r>
          <a:r>
            <a:rPr lang="en-US" noProof="0" dirty="0" err="1"/>
            <a:t>adicionar</a:t>
          </a:r>
          <a:r>
            <a:rPr lang="en-US" noProof="0" dirty="0"/>
            <a:t>:</a:t>
          </a:r>
        </a:p>
        <a:p>
          <a:r>
            <a:rPr lang="en-US" noProof="0" dirty="0"/>
            <a:t>URL, user, password</a:t>
          </a:r>
        </a:p>
        <a:p>
          <a:r>
            <a:rPr lang="en-US" noProof="0" dirty="0"/>
            <a:t>Para </a:t>
          </a:r>
          <a:r>
            <a:rPr lang="en-US" noProof="0" dirty="0" err="1"/>
            <a:t>visualizar</a:t>
          </a:r>
          <a:r>
            <a:rPr lang="en-US" noProof="0" dirty="0"/>
            <a:t>: </a:t>
          </a:r>
        </a:p>
        <a:p>
          <a:r>
            <a:rPr lang="en-US" noProof="0" dirty="0"/>
            <a:t>2FA</a:t>
          </a:r>
        </a:p>
        <a:p>
          <a:r>
            <a:rPr lang="en-US" noProof="0" dirty="0"/>
            <a:t>Se </a:t>
          </a:r>
          <a:r>
            <a:rPr lang="en-US" noProof="0" dirty="0" err="1"/>
            <a:t>editar</a:t>
          </a:r>
          <a:r>
            <a:rPr lang="en-US" noProof="0" dirty="0"/>
            <a:t>:</a:t>
          </a:r>
        </a:p>
        <a:p>
          <a:r>
            <a:rPr lang="en-US" noProof="0" dirty="0"/>
            <a:t>2FA, id, o </a:t>
          </a:r>
          <a:r>
            <a:rPr lang="en-US" noProof="0" dirty="0" err="1"/>
            <a:t>deseja</a:t>
          </a:r>
          <a:r>
            <a:rPr lang="en-US" noProof="0" dirty="0"/>
            <a:t> </a:t>
          </a:r>
          <a:r>
            <a:rPr lang="en-US" noProof="0" dirty="0" err="1"/>
            <a:t>alterar</a:t>
          </a:r>
          <a:endParaRPr lang="en-US" noProof="0" dirty="0"/>
        </a:p>
        <a:p>
          <a:r>
            <a:rPr lang="en-US" noProof="0" dirty="0"/>
            <a:t>Se remover:</a:t>
          </a:r>
        </a:p>
        <a:p>
          <a:r>
            <a:rPr lang="en-US" noProof="0" dirty="0"/>
            <a:t>2FA, id</a:t>
          </a:r>
        </a:p>
      </dgm:t>
    </dgm:pt>
    <dgm:pt modelId="{7484CBBE-F89D-48BF-ABDD-6F67DB519C23}" type="parTrans" cxnId="{7A1838E7-6A70-4CA8-95B4-1EE8639D80DA}">
      <dgm:prSet/>
      <dgm:spPr/>
      <dgm:t>
        <a:bodyPr/>
        <a:lstStyle/>
        <a:p>
          <a:endParaRPr lang="en-US"/>
        </a:p>
      </dgm:t>
    </dgm:pt>
    <dgm:pt modelId="{0AA018A2-251D-4D2D-912C-B04D011A1C9D}" type="sibTrans" cxnId="{7A1838E7-6A70-4CA8-95B4-1EE8639D80DA}">
      <dgm:prSet/>
      <dgm:spPr/>
      <dgm:t>
        <a:bodyPr/>
        <a:lstStyle/>
        <a:p>
          <a:endParaRPr lang="en-US"/>
        </a:p>
      </dgm:t>
    </dgm:pt>
    <dgm:pt modelId="{888EBDC9-D000-48D3-A54A-F5DEB2DCC838}">
      <dgm:prSet/>
      <dgm:spPr/>
      <dgm:t>
        <a:bodyPr/>
        <a:lstStyle/>
        <a:p>
          <a:pPr>
            <a:defRPr b="1"/>
          </a:pPr>
          <a:r>
            <a:rPr lang="en-US" noProof="0" dirty="0"/>
            <a:t>Output: </a:t>
          </a:r>
        </a:p>
      </dgm:t>
    </dgm:pt>
    <dgm:pt modelId="{789F9ADA-9CF6-461A-8E85-B8861F4A813C}" type="parTrans" cxnId="{89615164-4838-48D2-BB86-0BD425675ED3}">
      <dgm:prSet/>
      <dgm:spPr/>
      <dgm:t>
        <a:bodyPr/>
        <a:lstStyle/>
        <a:p>
          <a:endParaRPr lang="en-US"/>
        </a:p>
      </dgm:t>
    </dgm:pt>
    <dgm:pt modelId="{736703B2-197D-4C4A-BC8C-8FA888B58623}" type="sibTrans" cxnId="{89615164-4838-48D2-BB86-0BD425675ED3}">
      <dgm:prSet/>
      <dgm:spPr/>
      <dgm:t>
        <a:bodyPr/>
        <a:lstStyle/>
        <a:p>
          <a:endParaRPr lang="en-US"/>
        </a:p>
      </dgm:t>
    </dgm:pt>
    <dgm:pt modelId="{BF1AC71A-E462-4B3B-9A08-96290D50BAA3}">
      <dgm:prSet/>
      <dgm:spPr/>
      <dgm:t>
        <a:bodyPr/>
        <a:lstStyle/>
        <a:p>
          <a:r>
            <a:rPr lang="en-US" noProof="0" dirty="0" err="1"/>
            <a:t>Armazenamento</a:t>
          </a:r>
          <a:r>
            <a:rPr lang="en-US" noProof="0" dirty="0"/>
            <a:t> e </a:t>
          </a:r>
          <a:r>
            <a:rPr lang="en-US" noProof="0" dirty="0" err="1"/>
            <a:t>Visualização</a:t>
          </a:r>
          <a:r>
            <a:rPr lang="en-US" noProof="0" dirty="0"/>
            <a:t> </a:t>
          </a:r>
          <a:r>
            <a:rPr lang="en-US" noProof="0" dirty="0" err="1"/>
            <a:t>segura</a:t>
          </a:r>
          <a:r>
            <a:rPr lang="en-US" noProof="0" dirty="0"/>
            <a:t> das </a:t>
          </a:r>
          <a:r>
            <a:rPr lang="en-US" noProof="0" dirty="0" err="1"/>
            <a:t>credenciais</a:t>
          </a:r>
          <a:r>
            <a:rPr lang="en-US" noProof="0" dirty="0"/>
            <a:t> </a:t>
          </a:r>
        </a:p>
      </dgm:t>
    </dgm:pt>
    <dgm:pt modelId="{C08195D7-CCA3-4EEB-9274-47C5EA49E96F}" type="parTrans" cxnId="{84A0A0EF-514B-4DE0-89EA-192E0E811D96}">
      <dgm:prSet/>
      <dgm:spPr/>
      <dgm:t>
        <a:bodyPr/>
        <a:lstStyle/>
        <a:p>
          <a:endParaRPr lang="en-US"/>
        </a:p>
      </dgm:t>
    </dgm:pt>
    <dgm:pt modelId="{B846732A-A537-4CCD-950A-1624D6E0FD9C}" type="sibTrans" cxnId="{84A0A0EF-514B-4DE0-89EA-192E0E811D96}">
      <dgm:prSet/>
      <dgm:spPr/>
      <dgm:t>
        <a:bodyPr/>
        <a:lstStyle/>
        <a:p>
          <a:endParaRPr lang="en-US"/>
        </a:p>
      </dgm:t>
    </dgm:pt>
    <dgm:pt modelId="{B1EE1B9A-0C8F-42E9-BCA8-DFCA3C3E46DE}">
      <dgm:prSet/>
      <dgm:spPr/>
      <dgm:t>
        <a:bodyPr/>
        <a:lstStyle/>
        <a:p>
          <a:pPr>
            <a:defRPr b="1"/>
          </a:pPr>
          <a:r>
            <a:rPr lang="en-US" noProof="0" dirty="0"/>
            <a:t>Feito: </a:t>
          </a:r>
        </a:p>
      </dgm:t>
    </dgm:pt>
    <dgm:pt modelId="{3F61C8F4-BAB5-4A87-A266-9795CD6F6E31}" type="parTrans" cxnId="{B0B12FF2-BCC5-476C-A3CD-F273AB6BE24B}">
      <dgm:prSet/>
      <dgm:spPr/>
      <dgm:t>
        <a:bodyPr/>
        <a:lstStyle/>
        <a:p>
          <a:endParaRPr lang="en-US"/>
        </a:p>
      </dgm:t>
    </dgm:pt>
    <dgm:pt modelId="{04D98CBB-6DA6-4C66-9286-FB5B759857EF}" type="sibTrans" cxnId="{B0B12FF2-BCC5-476C-A3CD-F273AB6BE24B}">
      <dgm:prSet/>
      <dgm:spPr/>
      <dgm:t>
        <a:bodyPr/>
        <a:lstStyle/>
        <a:p>
          <a:endParaRPr lang="en-US"/>
        </a:p>
      </dgm:t>
    </dgm:pt>
    <dgm:pt modelId="{73078987-5444-4AF0-9C03-AF8D3BE908CB}">
      <dgm:prSet/>
      <dgm:spPr/>
      <dgm:t>
        <a:bodyPr/>
        <a:lstStyle/>
        <a:p>
          <a:r>
            <a:rPr lang="en-US" noProof="0" dirty="0" err="1"/>
            <a:t>Pyotp</a:t>
          </a:r>
          <a:r>
            <a:rPr lang="en-US" noProof="0" dirty="0"/>
            <a:t>, </a:t>
          </a:r>
          <a:r>
            <a:rPr lang="en-US" noProof="0" dirty="0" err="1"/>
            <a:t>QRcode</a:t>
          </a:r>
          <a:r>
            <a:rPr lang="en-US" noProof="0" dirty="0"/>
            <a:t>, sqlite3,</a:t>
          </a:r>
        </a:p>
        <a:p>
          <a:r>
            <a:rPr lang="en-US" noProof="0" dirty="0" err="1"/>
            <a:t>criptography</a:t>
          </a:r>
          <a:r>
            <a:rPr lang="en-US" noProof="0" dirty="0"/>
            <a:t> </a:t>
          </a:r>
        </a:p>
      </dgm:t>
    </dgm:pt>
    <dgm:pt modelId="{6A613B3B-F67C-42F1-B08C-4AD282906A88}" type="parTrans" cxnId="{F5E5C5DC-E40C-4420-BE9B-5502BE333AC3}">
      <dgm:prSet/>
      <dgm:spPr/>
      <dgm:t>
        <a:bodyPr/>
        <a:lstStyle/>
        <a:p>
          <a:endParaRPr lang="en-US"/>
        </a:p>
      </dgm:t>
    </dgm:pt>
    <dgm:pt modelId="{FCE9EFE0-2A13-41F2-A691-04DAFF12A999}" type="sibTrans" cxnId="{F5E5C5DC-E40C-4420-BE9B-5502BE333AC3}">
      <dgm:prSet/>
      <dgm:spPr/>
      <dgm:t>
        <a:bodyPr/>
        <a:lstStyle/>
        <a:p>
          <a:endParaRPr lang="en-US"/>
        </a:p>
      </dgm:t>
    </dgm:pt>
    <dgm:pt modelId="{F8AFF722-547B-4F47-A86B-685B196F9355}" type="pres">
      <dgm:prSet presAssocID="{36491F9E-BEF3-4D37-9CE7-650F89D5E241}" presName="root" presStyleCnt="0">
        <dgm:presLayoutVars>
          <dgm:dir/>
          <dgm:resizeHandles val="exact"/>
        </dgm:presLayoutVars>
      </dgm:prSet>
      <dgm:spPr/>
    </dgm:pt>
    <dgm:pt modelId="{48550671-0B2B-42D1-A755-AA310E45D8D2}" type="pres">
      <dgm:prSet presAssocID="{766EBF66-4C80-4712-A07C-8C878049E708}" presName="compNode" presStyleCnt="0"/>
      <dgm:spPr/>
    </dgm:pt>
    <dgm:pt modelId="{22EE5DF6-DC4E-4A93-BECE-F8E8AF29C183}" type="pres">
      <dgm:prSet presAssocID="{766EBF66-4C80-4712-A07C-8C878049E708}" presName="iconRect" presStyleLbl="node1" presStyleIdx="0" presStyleCnt="4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B8A7C590-E95E-4913-B12A-D4374458A293}" type="pres">
      <dgm:prSet presAssocID="{766EBF66-4C80-4712-A07C-8C878049E708}" presName="iconSpace" presStyleCnt="0"/>
      <dgm:spPr/>
    </dgm:pt>
    <dgm:pt modelId="{F27A25C0-BF4D-4E17-AFB3-23FE8C6222A2}" type="pres">
      <dgm:prSet presAssocID="{766EBF66-4C80-4712-A07C-8C878049E708}" presName="parTx" presStyleLbl="revTx" presStyleIdx="0" presStyleCnt="8">
        <dgm:presLayoutVars>
          <dgm:chMax val="0"/>
          <dgm:chPref val="0"/>
        </dgm:presLayoutVars>
      </dgm:prSet>
      <dgm:spPr/>
    </dgm:pt>
    <dgm:pt modelId="{F63E73AE-7E83-44C1-9C7A-2F059F40CC44}" type="pres">
      <dgm:prSet presAssocID="{766EBF66-4C80-4712-A07C-8C878049E708}" presName="txSpace" presStyleCnt="0"/>
      <dgm:spPr/>
    </dgm:pt>
    <dgm:pt modelId="{B1D94900-7450-4DFE-8E03-262194EB7769}" type="pres">
      <dgm:prSet presAssocID="{766EBF66-4C80-4712-A07C-8C878049E708}" presName="desTx" presStyleLbl="revTx" presStyleIdx="1" presStyleCnt="8">
        <dgm:presLayoutVars/>
      </dgm:prSet>
      <dgm:spPr/>
    </dgm:pt>
    <dgm:pt modelId="{E25B23F9-FDB0-4638-9E1A-3FA20832BE7B}" type="pres">
      <dgm:prSet presAssocID="{1F2FD91A-CDF3-4DD7-9123-B71A60FFA201}" presName="sibTrans" presStyleCnt="0"/>
      <dgm:spPr/>
    </dgm:pt>
    <dgm:pt modelId="{D958987F-A0E4-45DE-879D-D548D72C5DCF}" type="pres">
      <dgm:prSet presAssocID="{7A8B5091-E3CA-4986-AA2D-AA49FECB324A}" presName="compNode" presStyleCnt="0"/>
      <dgm:spPr/>
    </dgm:pt>
    <dgm:pt modelId="{C8DDDE1F-AA94-4661-B67F-1AB8D9AE2AD3}" type="pres">
      <dgm:prSet presAssocID="{7A8B5091-E3CA-4986-AA2D-AA49FECB324A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C515F899-8558-4E2C-B17A-48971EE78D5A}" type="pres">
      <dgm:prSet presAssocID="{7A8B5091-E3CA-4986-AA2D-AA49FECB324A}" presName="iconSpace" presStyleCnt="0"/>
      <dgm:spPr/>
    </dgm:pt>
    <dgm:pt modelId="{97B4175F-6BBF-4013-B85A-7BE99170CB5B}" type="pres">
      <dgm:prSet presAssocID="{7A8B5091-E3CA-4986-AA2D-AA49FECB324A}" presName="parTx" presStyleLbl="revTx" presStyleIdx="2" presStyleCnt="8">
        <dgm:presLayoutVars>
          <dgm:chMax val="0"/>
          <dgm:chPref val="0"/>
        </dgm:presLayoutVars>
      </dgm:prSet>
      <dgm:spPr/>
    </dgm:pt>
    <dgm:pt modelId="{B01FDF44-43D3-405E-BEFF-E9B98C34F7CC}" type="pres">
      <dgm:prSet presAssocID="{7A8B5091-E3CA-4986-AA2D-AA49FECB324A}" presName="txSpace" presStyleCnt="0"/>
      <dgm:spPr/>
    </dgm:pt>
    <dgm:pt modelId="{0058EF28-B07A-4D6F-A26A-BB9D88610D5F}" type="pres">
      <dgm:prSet presAssocID="{7A8B5091-E3CA-4986-AA2D-AA49FECB324A}" presName="desTx" presStyleLbl="revTx" presStyleIdx="3" presStyleCnt="8">
        <dgm:presLayoutVars/>
      </dgm:prSet>
      <dgm:spPr/>
    </dgm:pt>
    <dgm:pt modelId="{FF66C59C-918B-4230-8363-39BCB428E979}" type="pres">
      <dgm:prSet presAssocID="{E06F6DD7-0ADC-4720-872E-54D5A41839E4}" presName="sibTrans" presStyleCnt="0"/>
      <dgm:spPr/>
    </dgm:pt>
    <dgm:pt modelId="{6C211150-1EB2-4748-8F6C-E666D4C9238A}" type="pres">
      <dgm:prSet presAssocID="{888EBDC9-D000-48D3-A54A-F5DEB2DCC838}" presName="compNode" presStyleCnt="0"/>
      <dgm:spPr/>
    </dgm:pt>
    <dgm:pt modelId="{3748B747-DD73-4C7C-93F6-5DC682EE6416}" type="pres">
      <dgm:prSet presAssocID="{888EBDC9-D000-48D3-A54A-F5DEB2DCC838}" presName="iconRect" presStyleLbl="node1" presStyleIdx="2" presStyleCnt="4"/>
      <dgm:spPr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07E5C199-8AC6-489F-9481-1F94BF5898F8}" type="pres">
      <dgm:prSet presAssocID="{888EBDC9-D000-48D3-A54A-F5DEB2DCC838}" presName="iconSpace" presStyleCnt="0"/>
      <dgm:spPr/>
    </dgm:pt>
    <dgm:pt modelId="{6A4B4868-0669-4DC2-81E8-330156DDAB07}" type="pres">
      <dgm:prSet presAssocID="{888EBDC9-D000-48D3-A54A-F5DEB2DCC838}" presName="parTx" presStyleLbl="revTx" presStyleIdx="4" presStyleCnt="8">
        <dgm:presLayoutVars>
          <dgm:chMax val="0"/>
          <dgm:chPref val="0"/>
        </dgm:presLayoutVars>
      </dgm:prSet>
      <dgm:spPr/>
    </dgm:pt>
    <dgm:pt modelId="{19AD62F0-52AA-43CF-82DD-6FD914344E7C}" type="pres">
      <dgm:prSet presAssocID="{888EBDC9-D000-48D3-A54A-F5DEB2DCC838}" presName="txSpace" presStyleCnt="0"/>
      <dgm:spPr/>
    </dgm:pt>
    <dgm:pt modelId="{ED5418AF-C5B0-416D-A102-1FB0FFAD5C1E}" type="pres">
      <dgm:prSet presAssocID="{888EBDC9-D000-48D3-A54A-F5DEB2DCC838}" presName="desTx" presStyleLbl="revTx" presStyleIdx="5" presStyleCnt="8">
        <dgm:presLayoutVars/>
      </dgm:prSet>
      <dgm:spPr/>
    </dgm:pt>
    <dgm:pt modelId="{833C8232-C54C-4321-97D3-B6BE36AA8D01}" type="pres">
      <dgm:prSet presAssocID="{736703B2-197D-4C4A-BC8C-8FA888B58623}" presName="sibTrans" presStyleCnt="0"/>
      <dgm:spPr/>
    </dgm:pt>
    <dgm:pt modelId="{A8E36631-D3C1-45AC-947B-EA573F4BE224}" type="pres">
      <dgm:prSet presAssocID="{B1EE1B9A-0C8F-42E9-BCA8-DFCA3C3E46DE}" presName="compNode" presStyleCnt="0"/>
      <dgm:spPr/>
    </dgm:pt>
    <dgm:pt modelId="{6706BEC2-ECDA-4C7C-AD37-3C709CC7D09F}" type="pres">
      <dgm:prSet presAssocID="{B1EE1B9A-0C8F-42E9-BCA8-DFCA3C3E46DE}" presName="iconRect" presStyleLbl="node1" presStyleIdx="3" presStyleCnt="4"/>
      <dgm:spPr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ões"/>
        </a:ext>
      </dgm:extLst>
    </dgm:pt>
    <dgm:pt modelId="{919C0049-AC65-4B93-9209-6B33F107B5E2}" type="pres">
      <dgm:prSet presAssocID="{B1EE1B9A-0C8F-42E9-BCA8-DFCA3C3E46DE}" presName="iconSpace" presStyleCnt="0"/>
      <dgm:spPr/>
    </dgm:pt>
    <dgm:pt modelId="{8716EBD0-7EB4-4445-B825-6F6EE4F08927}" type="pres">
      <dgm:prSet presAssocID="{B1EE1B9A-0C8F-42E9-BCA8-DFCA3C3E46DE}" presName="parTx" presStyleLbl="revTx" presStyleIdx="6" presStyleCnt="8">
        <dgm:presLayoutVars>
          <dgm:chMax val="0"/>
          <dgm:chPref val="0"/>
        </dgm:presLayoutVars>
      </dgm:prSet>
      <dgm:spPr/>
    </dgm:pt>
    <dgm:pt modelId="{7967AC43-627D-4CD8-B604-E2860BCC2D32}" type="pres">
      <dgm:prSet presAssocID="{B1EE1B9A-0C8F-42E9-BCA8-DFCA3C3E46DE}" presName="txSpace" presStyleCnt="0"/>
      <dgm:spPr/>
    </dgm:pt>
    <dgm:pt modelId="{615035C8-A8FE-454E-9B5A-DF582E1CC836}" type="pres">
      <dgm:prSet presAssocID="{B1EE1B9A-0C8F-42E9-BCA8-DFCA3C3E46DE}" presName="desTx" presStyleLbl="revTx" presStyleIdx="7" presStyleCnt="8">
        <dgm:presLayoutVars/>
      </dgm:prSet>
      <dgm:spPr/>
    </dgm:pt>
  </dgm:ptLst>
  <dgm:cxnLst>
    <dgm:cxn modelId="{3D23CB2B-5CF2-4DD2-A087-F3BB3A6FA770}" type="presOf" srcId="{73078987-5444-4AF0-9C03-AF8D3BE908CB}" destId="{615035C8-A8FE-454E-9B5A-DF582E1CC836}" srcOrd="0" destOrd="0" presId="urn:microsoft.com/office/officeart/2018/2/layout/IconLabelDescriptionList"/>
    <dgm:cxn modelId="{F8501237-B0E2-4BA0-91F6-CB3E60572167}" type="presOf" srcId="{36491F9E-BEF3-4D37-9CE7-650F89D5E241}" destId="{F8AFF722-547B-4F47-A86B-685B196F9355}" srcOrd="0" destOrd="0" presId="urn:microsoft.com/office/officeart/2018/2/layout/IconLabelDescriptionList"/>
    <dgm:cxn modelId="{1F49A342-6C84-48B9-9451-C20815D50682}" type="presOf" srcId="{AD7BDE62-5270-4096-B267-6F36B48A98FA}" destId="{B1D94900-7450-4DFE-8E03-262194EB7769}" srcOrd="0" destOrd="0" presId="urn:microsoft.com/office/officeart/2018/2/layout/IconLabelDescriptionList"/>
    <dgm:cxn modelId="{89615164-4838-48D2-BB86-0BD425675ED3}" srcId="{36491F9E-BEF3-4D37-9CE7-650F89D5E241}" destId="{888EBDC9-D000-48D3-A54A-F5DEB2DCC838}" srcOrd="2" destOrd="0" parTransId="{789F9ADA-9CF6-461A-8E85-B8861F4A813C}" sibTransId="{736703B2-197D-4C4A-BC8C-8FA888B58623}"/>
    <dgm:cxn modelId="{E9D85449-03A7-48F5-A4ED-BFA7C0DB9346}" type="presOf" srcId="{BF1AC71A-E462-4B3B-9A08-96290D50BAA3}" destId="{ED5418AF-C5B0-416D-A102-1FB0FFAD5C1E}" srcOrd="0" destOrd="0" presId="urn:microsoft.com/office/officeart/2018/2/layout/IconLabelDescriptionList"/>
    <dgm:cxn modelId="{202E8479-A41B-454B-8EB5-1CF20647AF19}" srcId="{36491F9E-BEF3-4D37-9CE7-650F89D5E241}" destId="{7A8B5091-E3CA-4986-AA2D-AA49FECB324A}" srcOrd="1" destOrd="0" parTransId="{ECB0A970-039E-43BD-8A86-509A63FBACA2}" sibTransId="{E06F6DD7-0ADC-4720-872E-54D5A41839E4}"/>
    <dgm:cxn modelId="{A1BB9D7E-5FE2-4FF8-B25A-052712A09808}" srcId="{766EBF66-4C80-4712-A07C-8C878049E708}" destId="{AD7BDE62-5270-4096-B267-6F36B48A98FA}" srcOrd="0" destOrd="0" parTransId="{8430F259-839C-4F4A-BA61-23F5DD4FE42B}" sibTransId="{EAFD68D2-E87B-42CC-A4B2-2F26E8C324C9}"/>
    <dgm:cxn modelId="{1BAE9BA8-6316-48AF-BFAF-5B63D031D427}" type="presOf" srcId="{7A8B5091-E3CA-4986-AA2D-AA49FECB324A}" destId="{97B4175F-6BBF-4013-B85A-7BE99170CB5B}" srcOrd="0" destOrd="0" presId="urn:microsoft.com/office/officeart/2018/2/layout/IconLabelDescriptionList"/>
    <dgm:cxn modelId="{4DAE52B1-0485-47CB-8178-C4E62E7D55C1}" srcId="{36491F9E-BEF3-4D37-9CE7-650F89D5E241}" destId="{766EBF66-4C80-4712-A07C-8C878049E708}" srcOrd="0" destOrd="0" parTransId="{A704C36C-D54D-4135-AA11-8F36DBB78977}" sibTransId="{1F2FD91A-CDF3-4DD7-9123-B71A60FFA201}"/>
    <dgm:cxn modelId="{356BC8CE-FDCE-47F4-954E-93359FA25716}" type="presOf" srcId="{8CF1D171-8975-482E-95CC-9099D3FEF412}" destId="{0058EF28-B07A-4D6F-A26A-BB9D88610D5F}" srcOrd="0" destOrd="0" presId="urn:microsoft.com/office/officeart/2018/2/layout/IconLabelDescriptionList"/>
    <dgm:cxn modelId="{F5E5C5DC-E40C-4420-BE9B-5502BE333AC3}" srcId="{B1EE1B9A-0C8F-42E9-BCA8-DFCA3C3E46DE}" destId="{73078987-5444-4AF0-9C03-AF8D3BE908CB}" srcOrd="0" destOrd="0" parTransId="{6A613B3B-F67C-42F1-B08C-4AD282906A88}" sibTransId="{FCE9EFE0-2A13-41F2-A691-04DAFF12A999}"/>
    <dgm:cxn modelId="{58A510E4-ACA7-40F3-9202-AC92AA462AF0}" type="presOf" srcId="{888EBDC9-D000-48D3-A54A-F5DEB2DCC838}" destId="{6A4B4868-0669-4DC2-81E8-330156DDAB07}" srcOrd="0" destOrd="0" presId="urn:microsoft.com/office/officeart/2018/2/layout/IconLabelDescriptionList"/>
    <dgm:cxn modelId="{7A1838E7-6A70-4CA8-95B4-1EE8639D80DA}" srcId="{7A8B5091-E3CA-4986-AA2D-AA49FECB324A}" destId="{8CF1D171-8975-482E-95CC-9099D3FEF412}" srcOrd="0" destOrd="0" parTransId="{7484CBBE-F89D-48BF-ABDD-6F67DB519C23}" sibTransId="{0AA018A2-251D-4D2D-912C-B04D011A1C9D}"/>
    <dgm:cxn modelId="{7C2B71E7-B4AE-4A11-B3C8-F089BCB947CB}" type="presOf" srcId="{B1EE1B9A-0C8F-42E9-BCA8-DFCA3C3E46DE}" destId="{8716EBD0-7EB4-4445-B825-6F6EE4F08927}" srcOrd="0" destOrd="0" presId="urn:microsoft.com/office/officeart/2018/2/layout/IconLabelDescriptionList"/>
    <dgm:cxn modelId="{84A0A0EF-514B-4DE0-89EA-192E0E811D96}" srcId="{888EBDC9-D000-48D3-A54A-F5DEB2DCC838}" destId="{BF1AC71A-E462-4B3B-9A08-96290D50BAA3}" srcOrd="0" destOrd="0" parTransId="{C08195D7-CCA3-4EEB-9274-47C5EA49E96F}" sibTransId="{B846732A-A537-4CCD-950A-1624D6E0FD9C}"/>
    <dgm:cxn modelId="{B0B12FF2-BCC5-476C-A3CD-F273AB6BE24B}" srcId="{36491F9E-BEF3-4D37-9CE7-650F89D5E241}" destId="{B1EE1B9A-0C8F-42E9-BCA8-DFCA3C3E46DE}" srcOrd="3" destOrd="0" parTransId="{3F61C8F4-BAB5-4A87-A266-9795CD6F6E31}" sibTransId="{04D98CBB-6DA6-4C66-9286-FB5B759857EF}"/>
    <dgm:cxn modelId="{4D1835F7-94CB-46C3-9E67-68555C4FCD09}" type="presOf" srcId="{766EBF66-4C80-4712-A07C-8C878049E708}" destId="{F27A25C0-BF4D-4E17-AFB3-23FE8C6222A2}" srcOrd="0" destOrd="0" presId="urn:microsoft.com/office/officeart/2018/2/layout/IconLabelDescriptionList"/>
    <dgm:cxn modelId="{123C284E-72A8-4F87-9B04-4E40ACE007BC}" type="presParOf" srcId="{F8AFF722-547B-4F47-A86B-685B196F9355}" destId="{48550671-0B2B-42D1-A755-AA310E45D8D2}" srcOrd="0" destOrd="0" presId="urn:microsoft.com/office/officeart/2018/2/layout/IconLabelDescriptionList"/>
    <dgm:cxn modelId="{523F53B0-5C94-4CA3-B240-EAD9140EBE40}" type="presParOf" srcId="{48550671-0B2B-42D1-A755-AA310E45D8D2}" destId="{22EE5DF6-DC4E-4A93-BECE-F8E8AF29C183}" srcOrd="0" destOrd="0" presId="urn:microsoft.com/office/officeart/2018/2/layout/IconLabelDescriptionList"/>
    <dgm:cxn modelId="{F72CAB5A-5F88-4B52-BCEB-89502781AAE7}" type="presParOf" srcId="{48550671-0B2B-42D1-A755-AA310E45D8D2}" destId="{B8A7C590-E95E-4913-B12A-D4374458A293}" srcOrd="1" destOrd="0" presId="urn:microsoft.com/office/officeart/2018/2/layout/IconLabelDescriptionList"/>
    <dgm:cxn modelId="{D32DCCF6-1B94-42AF-905D-6D4D55936F9A}" type="presParOf" srcId="{48550671-0B2B-42D1-A755-AA310E45D8D2}" destId="{F27A25C0-BF4D-4E17-AFB3-23FE8C6222A2}" srcOrd="2" destOrd="0" presId="urn:microsoft.com/office/officeart/2018/2/layout/IconLabelDescriptionList"/>
    <dgm:cxn modelId="{47658F46-E017-4B4C-9691-CA0FB9037911}" type="presParOf" srcId="{48550671-0B2B-42D1-A755-AA310E45D8D2}" destId="{F63E73AE-7E83-44C1-9C7A-2F059F40CC44}" srcOrd="3" destOrd="0" presId="urn:microsoft.com/office/officeart/2018/2/layout/IconLabelDescriptionList"/>
    <dgm:cxn modelId="{AE855B14-9BCE-469E-A8EA-9DF92A04BEF6}" type="presParOf" srcId="{48550671-0B2B-42D1-A755-AA310E45D8D2}" destId="{B1D94900-7450-4DFE-8E03-262194EB7769}" srcOrd="4" destOrd="0" presId="urn:microsoft.com/office/officeart/2018/2/layout/IconLabelDescriptionList"/>
    <dgm:cxn modelId="{6953130E-2669-41E5-80C0-B73C9C37B03B}" type="presParOf" srcId="{F8AFF722-547B-4F47-A86B-685B196F9355}" destId="{E25B23F9-FDB0-4638-9E1A-3FA20832BE7B}" srcOrd="1" destOrd="0" presId="urn:microsoft.com/office/officeart/2018/2/layout/IconLabelDescriptionList"/>
    <dgm:cxn modelId="{ABDE1A1B-43F3-48FE-BA50-7D1A7DCB35C4}" type="presParOf" srcId="{F8AFF722-547B-4F47-A86B-685B196F9355}" destId="{D958987F-A0E4-45DE-879D-D548D72C5DCF}" srcOrd="2" destOrd="0" presId="urn:microsoft.com/office/officeart/2018/2/layout/IconLabelDescriptionList"/>
    <dgm:cxn modelId="{8FC1592C-2CE0-4FE0-8359-0C9CCC2E4877}" type="presParOf" srcId="{D958987F-A0E4-45DE-879D-D548D72C5DCF}" destId="{C8DDDE1F-AA94-4661-B67F-1AB8D9AE2AD3}" srcOrd="0" destOrd="0" presId="urn:microsoft.com/office/officeart/2018/2/layout/IconLabelDescriptionList"/>
    <dgm:cxn modelId="{6EEDAF6C-045F-4FDF-BE65-9D15317185A6}" type="presParOf" srcId="{D958987F-A0E4-45DE-879D-D548D72C5DCF}" destId="{C515F899-8558-4E2C-B17A-48971EE78D5A}" srcOrd="1" destOrd="0" presId="urn:microsoft.com/office/officeart/2018/2/layout/IconLabelDescriptionList"/>
    <dgm:cxn modelId="{04073B68-8EF3-4DCA-9239-455538ED5182}" type="presParOf" srcId="{D958987F-A0E4-45DE-879D-D548D72C5DCF}" destId="{97B4175F-6BBF-4013-B85A-7BE99170CB5B}" srcOrd="2" destOrd="0" presId="urn:microsoft.com/office/officeart/2018/2/layout/IconLabelDescriptionList"/>
    <dgm:cxn modelId="{6C051854-46D4-438E-AD1A-985FF91E34DC}" type="presParOf" srcId="{D958987F-A0E4-45DE-879D-D548D72C5DCF}" destId="{B01FDF44-43D3-405E-BEFF-E9B98C34F7CC}" srcOrd="3" destOrd="0" presId="urn:microsoft.com/office/officeart/2018/2/layout/IconLabelDescriptionList"/>
    <dgm:cxn modelId="{B0FC2ACF-EEC2-4C05-B7A8-B6C987A5ED6A}" type="presParOf" srcId="{D958987F-A0E4-45DE-879D-D548D72C5DCF}" destId="{0058EF28-B07A-4D6F-A26A-BB9D88610D5F}" srcOrd="4" destOrd="0" presId="urn:microsoft.com/office/officeart/2018/2/layout/IconLabelDescriptionList"/>
    <dgm:cxn modelId="{B84955FC-F0AE-4DA3-9E5A-F9A052D667B4}" type="presParOf" srcId="{F8AFF722-547B-4F47-A86B-685B196F9355}" destId="{FF66C59C-918B-4230-8363-39BCB428E979}" srcOrd="3" destOrd="0" presId="urn:microsoft.com/office/officeart/2018/2/layout/IconLabelDescriptionList"/>
    <dgm:cxn modelId="{03206B9C-AD3B-44C7-87D7-F86447BBEAFF}" type="presParOf" srcId="{F8AFF722-547B-4F47-A86B-685B196F9355}" destId="{6C211150-1EB2-4748-8F6C-E666D4C9238A}" srcOrd="4" destOrd="0" presId="urn:microsoft.com/office/officeart/2018/2/layout/IconLabelDescriptionList"/>
    <dgm:cxn modelId="{9A865481-5585-4D42-8679-0779EC7B8C2F}" type="presParOf" srcId="{6C211150-1EB2-4748-8F6C-E666D4C9238A}" destId="{3748B747-DD73-4C7C-93F6-5DC682EE6416}" srcOrd="0" destOrd="0" presId="urn:microsoft.com/office/officeart/2018/2/layout/IconLabelDescriptionList"/>
    <dgm:cxn modelId="{0709C78B-29C0-4E58-B3AC-603214B0D50F}" type="presParOf" srcId="{6C211150-1EB2-4748-8F6C-E666D4C9238A}" destId="{07E5C199-8AC6-489F-9481-1F94BF5898F8}" srcOrd="1" destOrd="0" presId="urn:microsoft.com/office/officeart/2018/2/layout/IconLabelDescriptionList"/>
    <dgm:cxn modelId="{A20E9D9B-0F55-47A0-B333-B5B4C417F783}" type="presParOf" srcId="{6C211150-1EB2-4748-8F6C-E666D4C9238A}" destId="{6A4B4868-0669-4DC2-81E8-330156DDAB07}" srcOrd="2" destOrd="0" presId="urn:microsoft.com/office/officeart/2018/2/layout/IconLabelDescriptionList"/>
    <dgm:cxn modelId="{E8AC42B1-C975-4162-94CB-58CC09B6C389}" type="presParOf" srcId="{6C211150-1EB2-4748-8F6C-E666D4C9238A}" destId="{19AD62F0-52AA-43CF-82DD-6FD914344E7C}" srcOrd="3" destOrd="0" presId="urn:microsoft.com/office/officeart/2018/2/layout/IconLabelDescriptionList"/>
    <dgm:cxn modelId="{6B0DD6CB-4150-42D8-9772-50B543985BF6}" type="presParOf" srcId="{6C211150-1EB2-4748-8F6C-E666D4C9238A}" destId="{ED5418AF-C5B0-416D-A102-1FB0FFAD5C1E}" srcOrd="4" destOrd="0" presId="urn:microsoft.com/office/officeart/2018/2/layout/IconLabelDescriptionList"/>
    <dgm:cxn modelId="{410C26FB-291B-45BC-A6A6-29EF9894157E}" type="presParOf" srcId="{F8AFF722-547B-4F47-A86B-685B196F9355}" destId="{833C8232-C54C-4321-97D3-B6BE36AA8D01}" srcOrd="5" destOrd="0" presId="urn:microsoft.com/office/officeart/2018/2/layout/IconLabelDescriptionList"/>
    <dgm:cxn modelId="{B469B993-587D-4C07-A5C6-EBEE3AD489EB}" type="presParOf" srcId="{F8AFF722-547B-4F47-A86B-685B196F9355}" destId="{A8E36631-D3C1-45AC-947B-EA573F4BE224}" srcOrd="6" destOrd="0" presId="urn:microsoft.com/office/officeart/2018/2/layout/IconLabelDescriptionList"/>
    <dgm:cxn modelId="{93656763-6AE3-4011-B165-EFC5DCFA9645}" type="presParOf" srcId="{A8E36631-D3C1-45AC-947B-EA573F4BE224}" destId="{6706BEC2-ECDA-4C7C-AD37-3C709CC7D09F}" srcOrd="0" destOrd="0" presId="urn:microsoft.com/office/officeart/2018/2/layout/IconLabelDescriptionList"/>
    <dgm:cxn modelId="{7CF13A63-CA09-4410-A2C9-0EF63EDC9D1B}" type="presParOf" srcId="{A8E36631-D3C1-45AC-947B-EA573F4BE224}" destId="{919C0049-AC65-4B93-9209-6B33F107B5E2}" srcOrd="1" destOrd="0" presId="urn:microsoft.com/office/officeart/2018/2/layout/IconLabelDescriptionList"/>
    <dgm:cxn modelId="{36514F9C-5D3E-4EB8-9C17-35EFA5A29515}" type="presParOf" srcId="{A8E36631-D3C1-45AC-947B-EA573F4BE224}" destId="{8716EBD0-7EB4-4445-B825-6F6EE4F08927}" srcOrd="2" destOrd="0" presId="urn:microsoft.com/office/officeart/2018/2/layout/IconLabelDescriptionList"/>
    <dgm:cxn modelId="{B8C86554-0DBD-46A6-AC37-460AF24435D5}" type="presParOf" srcId="{A8E36631-D3C1-45AC-947B-EA573F4BE224}" destId="{7967AC43-627D-4CD8-B604-E2860BCC2D32}" srcOrd="3" destOrd="0" presId="urn:microsoft.com/office/officeart/2018/2/layout/IconLabelDescriptionList"/>
    <dgm:cxn modelId="{4012F600-8B10-4523-A8CB-A0B3B89BC7D7}" type="presParOf" srcId="{A8E36631-D3C1-45AC-947B-EA573F4BE224}" destId="{615035C8-A8FE-454E-9B5A-DF582E1CC83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6491F9E-BEF3-4D37-9CE7-650F89D5E241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66EBF66-4C80-4712-A07C-8C878049E708}">
      <dgm:prSet/>
      <dgm:spPr/>
      <dgm:t>
        <a:bodyPr/>
        <a:lstStyle/>
        <a:p>
          <a:pPr>
            <a:defRPr b="1"/>
          </a:pPr>
          <a:r>
            <a:rPr lang="en-US" noProof="0" dirty="0"/>
            <a:t>O </a:t>
          </a:r>
          <a:r>
            <a:rPr lang="en-US" noProof="0" dirty="0" err="1"/>
            <a:t>que</a:t>
          </a:r>
          <a:r>
            <a:rPr lang="en-US" noProof="0" dirty="0"/>
            <a:t> é? </a:t>
          </a:r>
        </a:p>
      </dgm:t>
    </dgm:pt>
    <dgm:pt modelId="{A704C36C-D54D-4135-AA11-8F36DBB78977}" type="parTrans" cxnId="{4DAE52B1-0485-47CB-8178-C4E62E7D55C1}">
      <dgm:prSet/>
      <dgm:spPr/>
      <dgm:t>
        <a:bodyPr/>
        <a:lstStyle/>
        <a:p>
          <a:endParaRPr lang="en-US"/>
        </a:p>
      </dgm:t>
    </dgm:pt>
    <dgm:pt modelId="{1F2FD91A-CDF3-4DD7-9123-B71A60FFA201}" type="sibTrans" cxnId="{4DAE52B1-0485-47CB-8178-C4E62E7D55C1}">
      <dgm:prSet/>
      <dgm:spPr/>
      <dgm:t>
        <a:bodyPr/>
        <a:lstStyle/>
        <a:p>
          <a:endParaRPr lang="en-US"/>
        </a:p>
      </dgm:t>
    </dgm:pt>
    <dgm:pt modelId="{AD7BDE62-5270-4096-B267-6F36B48A98FA}">
      <dgm:prSet/>
      <dgm:spPr/>
      <dgm:t>
        <a:bodyPr/>
        <a:lstStyle/>
        <a:p>
          <a:r>
            <a:rPr lang="en-US" noProof="0" dirty="0"/>
            <a:t>Serve para </a:t>
          </a:r>
          <a:r>
            <a:rPr lang="en-US" noProof="0" dirty="0" err="1"/>
            <a:t>armazenar</a:t>
          </a:r>
          <a:r>
            <a:rPr lang="en-US" noProof="0" dirty="0"/>
            <a:t> </a:t>
          </a:r>
        </a:p>
        <a:p>
          <a:r>
            <a:rPr lang="en-US" noProof="0" dirty="0" err="1"/>
            <a:t>Mensagens</a:t>
          </a:r>
          <a:r>
            <a:rPr lang="en-US" noProof="0" dirty="0"/>
            <a:t> entre o </a:t>
          </a:r>
          <a:r>
            <a:rPr lang="en-US" noProof="0" dirty="0" err="1"/>
            <a:t>servidor</a:t>
          </a:r>
          <a:r>
            <a:rPr lang="en-US" noProof="0" dirty="0"/>
            <a:t> e o </a:t>
          </a:r>
          <a:r>
            <a:rPr lang="en-US" noProof="0" dirty="0" err="1"/>
            <a:t>cliente</a:t>
          </a:r>
          <a:endParaRPr lang="en-US" noProof="0" dirty="0"/>
        </a:p>
      </dgm:t>
    </dgm:pt>
    <dgm:pt modelId="{8430F259-839C-4F4A-BA61-23F5DD4FE42B}" type="parTrans" cxnId="{A1BB9D7E-5FE2-4FF8-B25A-052712A09808}">
      <dgm:prSet/>
      <dgm:spPr/>
      <dgm:t>
        <a:bodyPr/>
        <a:lstStyle/>
        <a:p>
          <a:endParaRPr lang="en-US"/>
        </a:p>
      </dgm:t>
    </dgm:pt>
    <dgm:pt modelId="{EAFD68D2-E87B-42CC-A4B2-2F26E8C324C9}" type="sibTrans" cxnId="{A1BB9D7E-5FE2-4FF8-B25A-052712A09808}">
      <dgm:prSet/>
      <dgm:spPr/>
      <dgm:t>
        <a:bodyPr/>
        <a:lstStyle/>
        <a:p>
          <a:endParaRPr lang="en-US"/>
        </a:p>
      </dgm:t>
    </dgm:pt>
    <dgm:pt modelId="{7A8B5091-E3CA-4986-AA2D-AA49FECB324A}">
      <dgm:prSet/>
      <dgm:spPr/>
      <dgm:t>
        <a:bodyPr/>
        <a:lstStyle/>
        <a:p>
          <a:pPr>
            <a:defRPr b="1"/>
          </a:pPr>
          <a:r>
            <a:rPr lang="en-US" noProof="0" dirty="0"/>
            <a:t>Input:  </a:t>
          </a:r>
        </a:p>
      </dgm:t>
    </dgm:pt>
    <dgm:pt modelId="{ECB0A970-039E-43BD-8A86-509A63FBACA2}" type="parTrans" cxnId="{202E8479-A41B-454B-8EB5-1CF20647AF19}">
      <dgm:prSet/>
      <dgm:spPr/>
      <dgm:t>
        <a:bodyPr/>
        <a:lstStyle/>
        <a:p>
          <a:endParaRPr lang="en-US"/>
        </a:p>
      </dgm:t>
    </dgm:pt>
    <dgm:pt modelId="{E06F6DD7-0ADC-4720-872E-54D5A41839E4}" type="sibTrans" cxnId="{202E8479-A41B-454B-8EB5-1CF20647AF19}">
      <dgm:prSet/>
      <dgm:spPr/>
      <dgm:t>
        <a:bodyPr/>
        <a:lstStyle/>
        <a:p>
          <a:endParaRPr lang="en-US"/>
        </a:p>
      </dgm:t>
    </dgm:pt>
    <dgm:pt modelId="{8CF1D171-8975-482E-95CC-9099D3FEF412}">
      <dgm:prSet/>
      <dgm:spPr/>
      <dgm:t>
        <a:bodyPr/>
        <a:lstStyle/>
        <a:p>
          <a:r>
            <a:rPr lang="en-US" noProof="0" dirty="0"/>
            <a:t>Se </a:t>
          </a:r>
          <a:r>
            <a:rPr lang="en-US" noProof="0" dirty="0" err="1"/>
            <a:t>enviar</a:t>
          </a:r>
          <a:r>
            <a:rPr lang="en-US" noProof="0" dirty="0"/>
            <a:t> </a:t>
          </a:r>
          <a:r>
            <a:rPr lang="en-US" noProof="0" dirty="0" err="1"/>
            <a:t>mensagem</a:t>
          </a:r>
          <a:r>
            <a:rPr lang="en-US" noProof="0" dirty="0"/>
            <a:t>:</a:t>
          </a:r>
        </a:p>
        <a:p>
          <a:r>
            <a:rPr lang="en-US" noProof="0" dirty="0" err="1"/>
            <a:t>Opção</a:t>
          </a:r>
          <a:r>
            <a:rPr lang="en-US" noProof="0" dirty="0"/>
            <a:t> 1:  E </a:t>
          </a:r>
          <a:r>
            <a:rPr lang="en-US" noProof="0" dirty="0" err="1"/>
            <a:t>escrever</a:t>
          </a:r>
          <a:r>
            <a:rPr lang="en-US" noProof="0" dirty="0"/>
            <a:t> a </a:t>
          </a:r>
          <a:r>
            <a:rPr lang="en-US" noProof="0" dirty="0" err="1"/>
            <a:t>mensagem</a:t>
          </a:r>
          <a:endParaRPr lang="en-US" noProof="0" dirty="0"/>
        </a:p>
        <a:p>
          <a:r>
            <a:rPr lang="en-US" noProof="0" dirty="0"/>
            <a:t>Para </a:t>
          </a:r>
          <a:r>
            <a:rPr lang="en-US" noProof="0" dirty="0" err="1"/>
            <a:t>visualizar</a:t>
          </a:r>
          <a:r>
            <a:rPr lang="en-US" noProof="0" dirty="0"/>
            <a:t>: </a:t>
          </a:r>
        </a:p>
        <a:p>
          <a:r>
            <a:rPr lang="en-US" noProof="0" dirty="0" err="1"/>
            <a:t>Opção</a:t>
          </a:r>
          <a:r>
            <a:rPr lang="en-US" noProof="0" dirty="0"/>
            <a:t> 2</a:t>
          </a:r>
        </a:p>
        <a:p>
          <a:r>
            <a:rPr lang="en-US" noProof="0" dirty="0"/>
            <a:t>Se remover:</a:t>
          </a:r>
        </a:p>
        <a:p>
          <a:r>
            <a:rPr lang="en-US" noProof="0" dirty="0" err="1"/>
            <a:t>Opção</a:t>
          </a:r>
          <a:r>
            <a:rPr lang="en-US" noProof="0" dirty="0"/>
            <a:t> 3</a:t>
          </a:r>
        </a:p>
        <a:p>
          <a:endParaRPr lang="en-US" noProof="0" dirty="0"/>
        </a:p>
      </dgm:t>
    </dgm:pt>
    <dgm:pt modelId="{7484CBBE-F89D-48BF-ABDD-6F67DB519C23}" type="parTrans" cxnId="{7A1838E7-6A70-4CA8-95B4-1EE8639D80DA}">
      <dgm:prSet/>
      <dgm:spPr/>
      <dgm:t>
        <a:bodyPr/>
        <a:lstStyle/>
        <a:p>
          <a:endParaRPr lang="en-US"/>
        </a:p>
      </dgm:t>
    </dgm:pt>
    <dgm:pt modelId="{0AA018A2-251D-4D2D-912C-B04D011A1C9D}" type="sibTrans" cxnId="{7A1838E7-6A70-4CA8-95B4-1EE8639D80DA}">
      <dgm:prSet/>
      <dgm:spPr/>
      <dgm:t>
        <a:bodyPr/>
        <a:lstStyle/>
        <a:p>
          <a:endParaRPr lang="en-US"/>
        </a:p>
      </dgm:t>
    </dgm:pt>
    <dgm:pt modelId="{888EBDC9-D000-48D3-A54A-F5DEB2DCC838}">
      <dgm:prSet/>
      <dgm:spPr/>
      <dgm:t>
        <a:bodyPr/>
        <a:lstStyle/>
        <a:p>
          <a:pPr>
            <a:defRPr b="1"/>
          </a:pPr>
          <a:r>
            <a:rPr lang="en-US" noProof="0" dirty="0"/>
            <a:t>Output: </a:t>
          </a:r>
        </a:p>
      </dgm:t>
    </dgm:pt>
    <dgm:pt modelId="{789F9ADA-9CF6-461A-8E85-B8861F4A813C}" type="parTrans" cxnId="{89615164-4838-48D2-BB86-0BD425675ED3}">
      <dgm:prSet/>
      <dgm:spPr/>
      <dgm:t>
        <a:bodyPr/>
        <a:lstStyle/>
        <a:p>
          <a:endParaRPr lang="en-US"/>
        </a:p>
      </dgm:t>
    </dgm:pt>
    <dgm:pt modelId="{736703B2-197D-4C4A-BC8C-8FA888B58623}" type="sibTrans" cxnId="{89615164-4838-48D2-BB86-0BD425675ED3}">
      <dgm:prSet/>
      <dgm:spPr/>
      <dgm:t>
        <a:bodyPr/>
        <a:lstStyle/>
        <a:p>
          <a:endParaRPr lang="en-US"/>
        </a:p>
      </dgm:t>
    </dgm:pt>
    <dgm:pt modelId="{BF1AC71A-E462-4B3B-9A08-96290D50BAA3}">
      <dgm:prSet/>
      <dgm:spPr/>
      <dgm:t>
        <a:bodyPr/>
        <a:lstStyle/>
        <a:p>
          <a:r>
            <a:rPr lang="en-US" noProof="0" dirty="0" err="1"/>
            <a:t>Armazena</a:t>
          </a:r>
          <a:r>
            <a:rPr lang="en-US" noProof="0" dirty="0"/>
            <a:t> as </a:t>
          </a:r>
          <a:r>
            <a:rPr lang="en-US" noProof="0" dirty="0" err="1"/>
            <a:t>mensagens</a:t>
          </a:r>
          <a:r>
            <a:rPr lang="en-US" noProof="0" dirty="0"/>
            <a:t> de forma </a:t>
          </a:r>
          <a:r>
            <a:rPr lang="en-US" noProof="0" dirty="0" err="1"/>
            <a:t>segura</a:t>
          </a:r>
          <a:endParaRPr lang="en-US" noProof="0" dirty="0"/>
        </a:p>
      </dgm:t>
    </dgm:pt>
    <dgm:pt modelId="{C08195D7-CCA3-4EEB-9274-47C5EA49E96F}" type="parTrans" cxnId="{84A0A0EF-514B-4DE0-89EA-192E0E811D96}">
      <dgm:prSet/>
      <dgm:spPr/>
      <dgm:t>
        <a:bodyPr/>
        <a:lstStyle/>
        <a:p>
          <a:endParaRPr lang="en-US"/>
        </a:p>
      </dgm:t>
    </dgm:pt>
    <dgm:pt modelId="{B846732A-A537-4CCD-950A-1624D6E0FD9C}" type="sibTrans" cxnId="{84A0A0EF-514B-4DE0-89EA-192E0E811D96}">
      <dgm:prSet/>
      <dgm:spPr/>
      <dgm:t>
        <a:bodyPr/>
        <a:lstStyle/>
        <a:p>
          <a:endParaRPr lang="en-US"/>
        </a:p>
      </dgm:t>
    </dgm:pt>
    <dgm:pt modelId="{B1EE1B9A-0C8F-42E9-BCA8-DFCA3C3E46DE}">
      <dgm:prSet/>
      <dgm:spPr/>
      <dgm:t>
        <a:bodyPr/>
        <a:lstStyle/>
        <a:p>
          <a:pPr>
            <a:defRPr b="1"/>
          </a:pPr>
          <a:r>
            <a:rPr lang="en-US" noProof="0" dirty="0"/>
            <a:t>Feito: </a:t>
          </a:r>
        </a:p>
      </dgm:t>
    </dgm:pt>
    <dgm:pt modelId="{3F61C8F4-BAB5-4A87-A266-9795CD6F6E31}" type="parTrans" cxnId="{B0B12FF2-BCC5-476C-A3CD-F273AB6BE24B}">
      <dgm:prSet/>
      <dgm:spPr/>
      <dgm:t>
        <a:bodyPr/>
        <a:lstStyle/>
        <a:p>
          <a:endParaRPr lang="en-US"/>
        </a:p>
      </dgm:t>
    </dgm:pt>
    <dgm:pt modelId="{04D98CBB-6DA6-4C66-9286-FB5B759857EF}" type="sibTrans" cxnId="{B0B12FF2-BCC5-476C-A3CD-F273AB6BE24B}">
      <dgm:prSet/>
      <dgm:spPr/>
      <dgm:t>
        <a:bodyPr/>
        <a:lstStyle/>
        <a:p>
          <a:endParaRPr lang="en-US"/>
        </a:p>
      </dgm:t>
    </dgm:pt>
    <dgm:pt modelId="{73078987-5444-4AF0-9C03-AF8D3BE908CB}">
      <dgm:prSet/>
      <dgm:spPr/>
      <dgm:t>
        <a:bodyPr/>
        <a:lstStyle/>
        <a:p>
          <a:r>
            <a:rPr lang="en-US" noProof="0" dirty="0"/>
            <a:t>Sockets, </a:t>
          </a:r>
          <a:r>
            <a:rPr lang="en-US" noProof="0" dirty="0" err="1"/>
            <a:t>criptography</a:t>
          </a:r>
          <a:endParaRPr lang="en-US" noProof="0" dirty="0"/>
        </a:p>
      </dgm:t>
    </dgm:pt>
    <dgm:pt modelId="{6A613B3B-F67C-42F1-B08C-4AD282906A88}" type="parTrans" cxnId="{F5E5C5DC-E40C-4420-BE9B-5502BE333AC3}">
      <dgm:prSet/>
      <dgm:spPr/>
      <dgm:t>
        <a:bodyPr/>
        <a:lstStyle/>
        <a:p>
          <a:endParaRPr lang="en-US"/>
        </a:p>
      </dgm:t>
    </dgm:pt>
    <dgm:pt modelId="{FCE9EFE0-2A13-41F2-A691-04DAFF12A999}" type="sibTrans" cxnId="{F5E5C5DC-E40C-4420-BE9B-5502BE333AC3}">
      <dgm:prSet/>
      <dgm:spPr/>
      <dgm:t>
        <a:bodyPr/>
        <a:lstStyle/>
        <a:p>
          <a:endParaRPr lang="en-US"/>
        </a:p>
      </dgm:t>
    </dgm:pt>
    <dgm:pt modelId="{F8AFF722-547B-4F47-A86B-685B196F9355}" type="pres">
      <dgm:prSet presAssocID="{36491F9E-BEF3-4D37-9CE7-650F89D5E241}" presName="root" presStyleCnt="0">
        <dgm:presLayoutVars>
          <dgm:dir/>
          <dgm:resizeHandles val="exact"/>
        </dgm:presLayoutVars>
      </dgm:prSet>
      <dgm:spPr/>
    </dgm:pt>
    <dgm:pt modelId="{48550671-0B2B-42D1-A755-AA310E45D8D2}" type="pres">
      <dgm:prSet presAssocID="{766EBF66-4C80-4712-A07C-8C878049E708}" presName="compNode" presStyleCnt="0"/>
      <dgm:spPr/>
    </dgm:pt>
    <dgm:pt modelId="{22EE5DF6-DC4E-4A93-BECE-F8E8AF29C183}" type="pres">
      <dgm:prSet presAssocID="{766EBF66-4C80-4712-A07C-8C878049E708}" presName="iconRect" presStyleLbl="node1" presStyleIdx="0" presStyleCnt="4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B8A7C590-E95E-4913-B12A-D4374458A293}" type="pres">
      <dgm:prSet presAssocID="{766EBF66-4C80-4712-A07C-8C878049E708}" presName="iconSpace" presStyleCnt="0"/>
      <dgm:spPr/>
    </dgm:pt>
    <dgm:pt modelId="{F27A25C0-BF4D-4E17-AFB3-23FE8C6222A2}" type="pres">
      <dgm:prSet presAssocID="{766EBF66-4C80-4712-A07C-8C878049E708}" presName="parTx" presStyleLbl="revTx" presStyleIdx="0" presStyleCnt="8">
        <dgm:presLayoutVars>
          <dgm:chMax val="0"/>
          <dgm:chPref val="0"/>
        </dgm:presLayoutVars>
      </dgm:prSet>
      <dgm:spPr/>
    </dgm:pt>
    <dgm:pt modelId="{F63E73AE-7E83-44C1-9C7A-2F059F40CC44}" type="pres">
      <dgm:prSet presAssocID="{766EBF66-4C80-4712-A07C-8C878049E708}" presName="txSpace" presStyleCnt="0"/>
      <dgm:spPr/>
    </dgm:pt>
    <dgm:pt modelId="{B1D94900-7450-4DFE-8E03-262194EB7769}" type="pres">
      <dgm:prSet presAssocID="{766EBF66-4C80-4712-A07C-8C878049E708}" presName="desTx" presStyleLbl="revTx" presStyleIdx="1" presStyleCnt="8">
        <dgm:presLayoutVars/>
      </dgm:prSet>
      <dgm:spPr/>
    </dgm:pt>
    <dgm:pt modelId="{E25B23F9-FDB0-4638-9E1A-3FA20832BE7B}" type="pres">
      <dgm:prSet presAssocID="{1F2FD91A-CDF3-4DD7-9123-B71A60FFA201}" presName="sibTrans" presStyleCnt="0"/>
      <dgm:spPr/>
    </dgm:pt>
    <dgm:pt modelId="{D958987F-A0E4-45DE-879D-D548D72C5DCF}" type="pres">
      <dgm:prSet presAssocID="{7A8B5091-E3CA-4986-AA2D-AA49FECB324A}" presName="compNode" presStyleCnt="0"/>
      <dgm:spPr/>
    </dgm:pt>
    <dgm:pt modelId="{C8DDDE1F-AA94-4661-B67F-1AB8D9AE2AD3}" type="pres">
      <dgm:prSet presAssocID="{7A8B5091-E3CA-4986-AA2D-AA49FECB324A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C515F899-8558-4E2C-B17A-48971EE78D5A}" type="pres">
      <dgm:prSet presAssocID="{7A8B5091-E3CA-4986-AA2D-AA49FECB324A}" presName="iconSpace" presStyleCnt="0"/>
      <dgm:spPr/>
    </dgm:pt>
    <dgm:pt modelId="{97B4175F-6BBF-4013-B85A-7BE99170CB5B}" type="pres">
      <dgm:prSet presAssocID="{7A8B5091-E3CA-4986-AA2D-AA49FECB324A}" presName="parTx" presStyleLbl="revTx" presStyleIdx="2" presStyleCnt="8">
        <dgm:presLayoutVars>
          <dgm:chMax val="0"/>
          <dgm:chPref val="0"/>
        </dgm:presLayoutVars>
      </dgm:prSet>
      <dgm:spPr/>
    </dgm:pt>
    <dgm:pt modelId="{B01FDF44-43D3-405E-BEFF-E9B98C34F7CC}" type="pres">
      <dgm:prSet presAssocID="{7A8B5091-E3CA-4986-AA2D-AA49FECB324A}" presName="txSpace" presStyleCnt="0"/>
      <dgm:spPr/>
    </dgm:pt>
    <dgm:pt modelId="{0058EF28-B07A-4D6F-A26A-BB9D88610D5F}" type="pres">
      <dgm:prSet presAssocID="{7A8B5091-E3CA-4986-AA2D-AA49FECB324A}" presName="desTx" presStyleLbl="revTx" presStyleIdx="3" presStyleCnt="8">
        <dgm:presLayoutVars/>
      </dgm:prSet>
      <dgm:spPr/>
    </dgm:pt>
    <dgm:pt modelId="{FF66C59C-918B-4230-8363-39BCB428E979}" type="pres">
      <dgm:prSet presAssocID="{E06F6DD7-0ADC-4720-872E-54D5A41839E4}" presName="sibTrans" presStyleCnt="0"/>
      <dgm:spPr/>
    </dgm:pt>
    <dgm:pt modelId="{6C211150-1EB2-4748-8F6C-E666D4C9238A}" type="pres">
      <dgm:prSet presAssocID="{888EBDC9-D000-48D3-A54A-F5DEB2DCC838}" presName="compNode" presStyleCnt="0"/>
      <dgm:spPr/>
    </dgm:pt>
    <dgm:pt modelId="{3748B747-DD73-4C7C-93F6-5DC682EE6416}" type="pres">
      <dgm:prSet presAssocID="{888EBDC9-D000-48D3-A54A-F5DEB2DCC838}" presName="iconRect" presStyleLbl="node1" presStyleIdx="2" presStyleCnt="4"/>
      <dgm:spPr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07E5C199-8AC6-489F-9481-1F94BF5898F8}" type="pres">
      <dgm:prSet presAssocID="{888EBDC9-D000-48D3-A54A-F5DEB2DCC838}" presName="iconSpace" presStyleCnt="0"/>
      <dgm:spPr/>
    </dgm:pt>
    <dgm:pt modelId="{6A4B4868-0669-4DC2-81E8-330156DDAB07}" type="pres">
      <dgm:prSet presAssocID="{888EBDC9-D000-48D3-A54A-F5DEB2DCC838}" presName="parTx" presStyleLbl="revTx" presStyleIdx="4" presStyleCnt="8">
        <dgm:presLayoutVars>
          <dgm:chMax val="0"/>
          <dgm:chPref val="0"/>
        </dgm:presLayoutVars>
      </dgm:prSet>
      <dgm:spPr/>
    </dgm:pt>
    <dgm:pt modelId="{19AD62F0-52AA-43CF-82DD-6FD914344E7C}" type="pres">
      <dgm:prSet presAssocID="{888EBDC9-D000-48D3-A54A-F5DEB2DCC838}" presName="txSpace" presStyleCnt="0"/>
      <dgm:spPr/>
    </dgm:pt>
    <dgm:pt modelId="{ED5418AF-C5B0-416D-A102-1FB0FFAD5C1E}" type="pres">
      <dgm:prSet presAssocID="{888EBDC9-D000-48D3-A54A-F5DEB2DCC838}" presName="desTx" presStyleLbl="revTx" presStyleIdx="5" presStyleCnt="8">
        <dgm:presLayoutVars/>
      </dgm:prSet>
      <dgm:spPr/>
    </dgm:pt>
    <dgm:pt modelId="{833C8232-C54C-4321-97D3-B6BE36AA8D01}" type="pres">
      <dgm:prSet presAssocID="{736703B2-197D-4C4A-BC8C-8FA888B58623}" presName="sibTrans" presStyleCnt="0"/>
      <dgm:spPr/>
    </dgm:pt>
    <dgm:pt modelId="{A8E36631-D3C1-45AC-947B-EA573F4BE224}" type="pres">
      <dgm:prSet presAssocID="{B1EE1B9A-0C8F-42E9-BCA8-DFCA3C3E46DE}" presName="compNode" presStyleCnt="0"/>
      <dgm:spPr/>
    </dgm:pt>
    <dgm:pt modelId="{6706BEC2-ECDA-4C7C-AD37-3C709CC7D09F}" type="pres">
      <dgm:prSet presAssocID="{B1EE1B9A-0C8F-42E9-BCA8-DFCA3C3E46DE}" presName="iconRect" presStyleLbl="node1" presStyleIdx="3" presStyleCnt="4"/>
      <dgm:spPr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ões"/>
        </a:ext>
      </dgm:extLst>
    </dgm:pt>
    <dgm:pt modelId="{919C0049-AC65-4B93-9209-6B33F107B5E2}" type="pres">
      <dgm:prSet presAssocID="{B1EE1B9A-0C8F-42E9-BCA8-DFCA3C3E46DE}" presName="iconSpace" presStyleCnt="0"/>
      <dgm:spPr/>
    </dgm:pt>
    <dgm:pt modelId="{8716EBD0-7EB4-4445-B825-6F6EE4F08927}" type="pres">
      <dgm:prSet presAssocID="{B1EE1B9A-0C8F-42E9-BCA8-DFCA3C3E46DE}" presName="parTx" presStyleLbl="revTx" presStyleIdx="6" presStyleCnt="8">
        <dgm:presLayoutVars>
          <dgm:chMax val="0"/>
          <dgm:chPref val="0"/>
        </dgm:presLayoutVars>
      </dgm:prSet>
      <dgm:spPr/>
    </dgm:pt>
    <dgm:pt modelId="{7967AC43-627D-4CD8-B604-E2860BCC2D32}" type="pres">
      <dgm:prSet presAssocID="{B1EE1B9A-0C8F-42E9-BCA8-DFCA3C3E46DE}" presName="txSpace" presStyleCnt="0"/>
      <dgm:spPr/>
    </dgm:pt>
    <dgm:pt modelId="{615035C8-A8FE-454E-9B5A-DF582E1CC836}" type="pres">
      <dgm:prSet presAssocID="{B1EE1B9A-0C8F-42E9-BCA8-DFCA3C3E46DE}" presName="desTx" presStyleLbl="revTx" presStyleIdx="7" presStyleCnt="8">
        <dgm:presLayoutVars/>
      </dgm:prSet>
      <dgm:spPr/>
    </dgm:pt>
  </dgm:ptLst>
  <dgm:cxnLst>
    <dgm:cxn modelId="{3D23CB2B-5CF2-4DD2-A087-F3BB3A6FA770}" type="presOf" srcId="{73078987-5444-4AF0-9C03-AF8D3BE908CB}" destId="{615035C8-A8FE-454E-9B5A-DF582E1CC836}" srcOrd="0" destOrd="0" presId="urn:microsoft.com/office/officeart/2018/2/layout/IconLabelDescriptionList"/>
    <dgm:cxn modelId="{F8501237-B0E2-4BA0-91F6-CB3E60572167}" type="presOf" srcId="{36491F9E-BEF3-4D37-9CE7-650F89D5E241}" destId="{F8AFF722-547B-4F47-A86B-685B196F9355}" srcOrd="0" destOrd="0" presId="urn:microsoft.com/office/officeart/2018/2/layout/IconLabelDescriptionList"/>
    <dgm:cxn modelId="{1F49A342-6C84-48B9-9451-C20815D50682}" type="presOf" srcId="{AD7BDE62-5270-4096-B267-6F36B48A98FA}" destId="{B1D94900-7450-4DFE-8E03-262194EB7769}" srcOrd="0" destOrd="0" presId="urn:microsoft.com/office/officeart/2018/2/layout/IconLabelDescriptionList"/>
    <dgm:cxn modelId="{89615164-4838-48D2-BB86-0BD425675ED3}" srcId="{36491F9E-BEF3-4D37-9CE7-650F89D5E241}" destId="{888EBDC9-D000-48D3-A54A-F5DEB2DCC838}" srcOrd="2" destOrd="0" parTransId="{789F9ADA-9CF6-461A-8E85-B8861F4A813C}" sibTransId="{736703B2-197D-4C4A-BC8C-8FA888B58623}"/>
    <dgm:cxn modelId="{E9D85449-03A7-48F5-A4ED-BFA7C0DB9346}" type="presOf" srcId="{BF1AC71A-E462-4B3B-9A08-96290D50BAA3}" destId="{ED5418AF-C5B0-416D-A102-1FB0FFAD5C1E}" srcOrd="0" destOrd="0" presId="urn:microsoft.com/office/officeart/2018/2/layout/IconLabelDescriptionList"/>
    <dgm:cxn modelId="{202E8479-A41B-454B-8EB5-1CF20647AF19}" srcId="{36491F9E-BEF3-4D37-9CE7-650F89D5E241}" destId="{7A8B5091-E3CA-4986-AA2D-AA49FECB324A}" srcOrd="1" destOrd="0" parTransId="{ECB0A970-039E-43BD-8A86-509A63FBACA2}" sibTransId="{E06F6DD7-0ADC-4720-872E-54D5A41839E4}"/>
    <dgm:cxn modelId="{A1BB9D7E-5FE2-4FF8-B25A-052712A09808}" srcId="{766EBF66-4C80-4712-A07C-8C878049E708}" destId="{AD7BDE62-5270-4096-B267-6F36B48A98FA}" srcOrd="0" destOrd="0" parTransId="{8430F259-839C-4F4A-BA61-23F5DD4FE42B}" sibTransId="{EAFD68D2-E87B-42CC-A4B2-2F26E8C324C9}"/>
    <dgm:cxn modelId="{1BAE9BA8-6316-48AF-BFAF-5B63D031D427}" type="presOf" srcId="{7A8B5091-E3CA-4986-AA2D-AA49FECB324A}" destId="{97B4175F-6BBF-4013-B85A-7BE99170CB5B}" srcOrd="0" destOrd="0" presId="urn:microsoft.com/office/officeart/2018/2/layout/IconLabelDescriptionList"/>
    <dgm:cxn modelId="{4DAE52B1-0485-47CB-8178-C4E62E7D55C1}" srcId="{36491F9E-BEF3-4D37-9CE7-650F89D5E241}" destId="{766EBF66-4C80-4712-A07C-8C878049E708}" srcOrd="0" destOrd="0" parTransId="{A704C36C-D54D-4135-AA11-8F36DBB78977}" sibTransId="{1F2FD91A-CDF3-4DD7-9123-B71A60FFA201}"/>
    <dgm:cxn modelId="{356BC8CE-FDCE-47F4-954E-93359FA25716}" type="presOf" srcId="{8CF1D171-8975-482E-95CC-9099D3FEF412}" destId="{0058EF28-B07A-4D6F-A26A-BB9D88610D5F}" srcOrd="0" destOrd="0" presId="urn:microsoft.com/office/officeart/2018/2/layout/IconLabelDescriptionList"/>
    <dgm:cxn modelId="{F5E5C5DC-E40C-4420-BE9B-5502BE333AC3}" srcId="{B1EE1B9A-0C8F-42E9-BCA8-DFCA3C3E46DE}" destId="{73078987-5444-4AF0-9C03-AF8D3BE908CB}" srcOrd="0" destOrd="0" parTransId="{6A613B3B-F67C-42F1-B08C-4AD282906A88}" sibTransId="{FCE9EFE0-2A13-41F2-A691-04DAFF12A999}"/>
    <dgm:cxn modelId="{58A510E4-ACA7-40F3-9202-AC92AA462AF0}" type="presOf" srcId="{888EBDC9-D000-48D3-A54A-F5DEB2DCC838}" destId="{6A4B4868-0669-4DC2-81E8-330156DDAB07}" srcOrd="0" destOrd="0" presId="urn:microsoft.com/office/officeart/2018/2/layout/IconLabelDescriptionList"/>
    <dgm:cxn modelId="{7A1838E7-6A70-4CA8-95B4-1EE8639D80DA}" srcId="{7A8B5091-E3CA-4986-AA2D-AA49FECB324A}" destId="{8CF1D171-8975-482E-95CC-9099D3FEF412}" srcOrd="0" destOrd="0" parTransId="{7484CBBE-F89D-48BF-ABDD-6F67DB519C23}" sibTransId="{0AA018A2-251D-4D2D-912C-B04D011A1C9D}"/>
    <dgm:cxn modelId="{7C2B71E7-B4AE-4A11-B3C8-F089BCB947CB}" type="presOf" srcId="{B1EE1B9A-0C8F-42E9-BCA8-DFCA3C3E46DE}" destId="{8716EBD0-7EB4-4445-B825-6F6EE4F08927}" srcOrd="0" destOrd="0" presId="urn:microsoft.com/office/officeart/2018/2/layout/IconLabelDescriptionList"/>
    <dgm:cxn modelId="{84A0A0EF-514B-4DE0-89EA-192E0E811D96}" srcId="{888EBDC9-D000-48D3-A54A-F5DEB2DCC838}" destId="{BF1AC71A-E462-4B3B-9A08-96290D50BAA3}" srcOrd="0" destOrd="0" parTransId="{C08195D7-CCA3-4EEB-9274-47C5EA49E96F}" sibTransId="{B846732A-A537-4CCD-950A-1624D6E0FD9C}"/>
    <dgm:cxn modelId="{B0B12FF2-BCC5-476C-A3CD-F273AB6BE24B}" srcId="{36491F9E-BEF3-4D37-9CE7-650F89D5E241}" destId="{B1EE1B9A-0C8F-42E9-BCA8-DFCA3C3E46DE}" srcOrd="3" destOrd="0" parTransId="{3F61C8F4-BAB5-4A87-A266-9795CD6F6E31}" sibTransId="{04D98CBB-6DA6-4C66-9286-FB5B759857EF}"/>
    <dgm:cxn modelId="{4D1835F7-94CB-46C3-9E67-68555C4FCD09}" type="presOf" srcId="{766EBF66-4C80-4712-A07C-8C878049E708}" destId="{F27A25C0-BF4D-4E17-AFB3-23FE8C6222A2}" srcOrd="0" destOrd="0" presId="urn:microsoft.com/office/officeart/2018/2/layout/IconLabelDescriptionList"/>
    <dgm:cxn modelId="{123C284E-72A8-4F87-9B04-4E40ACE007BC}" type="presParOf" srcId="{F8AFF722-547B-4F47-A86B-685B196F9355}" destId="{48550671-0B2B-42D1-A755-AA310E45D8D2}" srcOrd="0" destOrd="0" presId="urn:microsoft.com/office/officeart/2018/2/layout/IconLabelDescriptionList"/>
    <dgm:cxn modelId="{523F53B0-5C94-4CA3-B240-EAD9140EBE40}" type="presParOf" srcId="{48550671-0B2B-42D1-A755-AA310E45D8D2}" destId="{22EE5DF6-DC4E-4A93-BECE-F8E8AF29C183}" srcOrd="0" destOrd="0" presId="urn:microsoft.com/office/officeart/2018/2/layout/IconLabelDescriptionList"/>
    <dgm:cxn modelId="{F72CAB5A-5F88-4B52-BCEB-89502781AAE7}" type="presParOf" srcId="{48550671-0B2B-42D1-A755-AA310E45D8D2}" destId="{B8A7C590-E95E-4913-B12A-D4374458A293}" srcOrd="1" destOrd="0" presId="urn:microsoft.com/office/officeart/2018/2/layout/IconLabelDescriptionList"/>
    <dgm:cxn modelId="{D32DCCF6-1B94-42AF-905D-6D4D55936F9A}" type="presParOf" srcId="{48550671-0B2B-42D1-A755-AA310E45D8D2}" destId="{F27A25C0-BF4D-4E17-AFB3-23FE8C6222A2}" srcOrd="2" destOrd="0" presId="urn:microsoft.com/office/officeart/2018/2/layout/IconLabelDescriptionList"/>
    <dgm:cxn modelId="{47658F46-E017-4B4C-9691-CA0FB9037911}" type="presParOf" srcId="{48550671-0B2B-42D1-A755-AA310E45D8D2}" destId="{F63E73AE-7E83-44C1-9C7A-2F059F40CC44}" srcOrd="3" destOrd="0" presId="urn:microsoft.com/office/officeart/2018/2/layout/IconLabelDescriptionList"/>
    <dgm:cxn modelId="{AE855B14-9BCE-469E-A8EA-9DF92A04BEF6}" type="presParOf" srcId="{48550671-0B2B-42D1-A755-AA310E45D8D2}" destId="{B1D94900-7450-4DFE-8E03-262194EB7769}" srcOrd="4" destOrd="0" presId="urn:microsoft.com/office/officeart/2018/2/layout/IconLabelDescriptionList"/>
    <dgm:cxn modelId="{6953130E-2669-41E5-80C0-B73C9C37B03B}" type="presParOf" srcId="{F8AFF722-547B-4F47-A86B-685B196F9355}" destId="{E25B23F9-FDB0-4638-9E1A-3FA20832BE7B}" srcOrd="1" destOrd="0" presId="urn:microsoft.com/office/officeart/2018/2/layout/IconLabelDescriptionList"/>
    <dgm:cxn modelId="{ABDE1A1B-43F3-48FE-BA50-7D1A7DCB35C4}" type="presParOf" srcId="{F8AFF722-547B-4F47-A86B-685B196F9355}" destId="{D958987F-A0E4-45DE-879D-D548D72C5DCF}" srcOrd="2" destOrd="0" presId="urn:microsoft.com/office/officeart/2018/2/layout/IconLabelDescriptionList"/>
    <dgm:cxn modelId="{8FC1592C-2CE0-4FE0-8359-0C9CCC2E4877}" type="presParOf" srcId="{D958987F-A0E4-45DE-879D-D548D72C5DCF}" destId="{C8DDDE1F-AA94-4661-B67F-1AB8D9AE2AD3}" srcOrd="0" destOrd="0" presId="urn:microsoft.com/office/officeart/2018/2/layout/IconLabelDescriptionList"/>
    <dgm:cxn modelId="{6EEDAF6C-045F-4FDF-BE65-9D15317185A6}" type="presParOf" srcId="{D958987F-A0E4-45DE-879D-D548D72C5DCF}" destId="{C515F899-8558-4E2C-B17A-48971EE78D5A}" srcOrd="1" destOrd="0" presId="urn:microsoft.com/office/officeart/2018/2/layout/IconLabelDescriptionList"/>
    <dgm:cxn modelId="{04073B68-8EF3-4DCA-9239-455538ED5182}" type="presParOf" srcId="{D958987F-A0E4-45DE-879D-D548D72C5DCF}" destId="{97B4175F-6BBF-4013-B85A-7BE99170CB5B}" srcOrd="2" destOrd="0" presId="urn:microsoft.com/office/officeart/2018/2/layout/IconLabelDescriptionList"/>
    <dgm:cxn modelId="{6C051854-46D4-438E-AD1A-985FF91E34DC}" type="presParOf" srcId="{D958987F-A0E4-45DE-879D-D548D72C5DCF}" destId="{B01FDF44-43D3-405E-BEFF-E9B98C34F7CC}" srcOrd="3" destOrd="0" presId="urn:microsoft.com/office/officeart/2018/2/layout/IconLabelDescriptionList"/>
    <dgm:cxn modelId="{B0FC2ACF-EEC2-4C05-B7A8-B6C987A5ED6A}" type="presParOf" srcId="{D958987F-A0E4-45DE-879D-D548D72C5DCF}" destId="{0058EF28-B07A-4D6F-A26A-BB9D88610D5F}" srcOrd="4" destOrd="0" presId="urn:microsoft.com/office/officeart/2018/2/layout/IconLabelDescriptionList"/>
    <dgm:cxn modelId="{B84955FC-F0AE-4DA3-9E5A-F9A052D667B4}" type="presParOf" srcId="{F8AFF722-547B-4F47-A86B-685B196F9355}" destId="{FF66C59C-918B-4230-8363-39BCB428E979}" srcOrd="3" destOrd="0" presId="urn:microsoft.com/office/officeart/2018/2/layout/IconLabelDescriptionList"/>
    <dgm:cxn modelId="{03206B9C-AD3B-44C7-87D7-F86447BBEAFF}" type="presParOf" srcId="{F8AFF722-547B-4F47-A86B-685B196F9355}" destId="{6C211150-1EB2-4748-8F6C-E666D4C9238A}" srcOrd="4" destOrd="0" presId="urn:microsoft.com/office/officeart/2018/2/layout/IconLabelDescriptionList"/>
    <dgm:cxn modelId="{9A865481-5585-4D42-8679-0779EC7B8C2F}" type="presParOf" srcId="{6C211150-1EB2-4748-8F6C-E666D4C9238A}" destId="{3748B747-DD73-4C7C-93F6-5DC682EE6416}" srcOrd="0" destOrd="0" presId="urn:microsoft.com/office/officeart/2018/2/layout/IconLabelDescriptionList"/>
    <dgm:cxn modelId="{0709C78B-29C0-4E58-B3AC-603214B0D50F}" type="presParOf" srcId="{6C211150-1EB2-4748-8F6C-E666D4C9238A}" destId="{07E5C199-8AC6-489F-9481-1F94BF5898F8}" srcOrd="1" destOrd="0" presId="urn:microsoft.com/office/officeart/2018/2/layout/IconLabelDescriptionList"/>
    <dgm:cxn modelId="{A20E9D9B-0F55-47A0-B333-B5B4C417F783}" type="presParOf" srcId="{6C211150-1EB2-4748-8F6C-E666D4C9238A}" destId="{6A4B4868-0669-4DC2-81E8-330156DDAB07}" srcOrd="2" destOrd="0" presId="urn:microsoft.com/office/officeart/2018/2/layout/IconLabelDescriptionList"/>
    <dgm:cxn modelId="{E8AC42B1-C975-4162-94CB-58CC09B6C389}" type="presParOf" srcId="{6C211150-1EB2-4748-8F6C-E666D4C9238A}" destId="{19AD62F0-52AA-43CF-82DD-6FD914344E7C}" srcOrd="3" destOrd="0" presId="urn:microsoft.com/office/officeart/2018/2/layout/IconLabelDescriptionList"/>
    <dgm:cxn modelId="{6B0DD6CB-4150-42D8-9772-50B543985BF6}" type="presParOf" srcId="{6C211150-1EB2-4748-8F6C-E666D4C9238A}" destId="{ED5418AF-C5B0-416D-A102-1FB0FFAD5C1E}" srcOrd="4" destOrd="0" presId="urn:microsoft.com/office/officeart/2018/2/layout/IconLabelDescriptionList"/>
    <dgm:cxn modelId="{410C26FB-291B-45BC-A6A6-29EF9894157E}" type="presParOf" srcId="{F8AFF722-547B-4F47-A86B-685B196F9355}" destId="{833C8232-C54C-4321-97D3-B6BE36AA8D01}" srcOrd="5" destOrd="0" presId="urn:microsoft.com/office/officeart/2018/2/layout/IconLabelDescriptionList"/>
    <dgm:cxn modelId="{B469B993-587D-4C07-A5C6-EBEE3AD489EB}" type="presParOf" srcId="{F8AFF722-547B-4F47-A86B-685B196F9355}" destId="{A8E36631-D3C1-45AC-947B-EA573F4BE224}" srcOrd="6" destOrd="0" presId="urn:microsoft.com/office/officeart/2018/2/layout/IconLabelDescriptionList"/>
    <dgm:cxn modelId="{93656763-6AE3-4011-B165-EFC5DCFA9645}" type="presParOf" srcId="{A8E36631-D3C1-45AC-947B-EA573F4BE224}" destId="{6706BEC2-ECDA-4C7C-AD37-3C709CC7D09F}" srcOrd="0" destOrd="0" presId="urn:microsoft.com/office/officeart/2018/2/layout/IconLabelDescriptionList"/>
    <dgm:cxn modelId="{7CF13A63-CA09-4410-A2C9-0EF63EDC9D1B}" type="presParOf" srcId="{A8E36631-D3C1-45AC-947B-EA573F4BE224}" destId="{919C0049-AC65-4B93-9209-6B33F107B5E2}" srcOrd="1" destOrd="0" presId="urn:microsoft.com/office/officeart/2018/2/layout/IconLabelDescriptionList"/>
    <dgm:cxn modelId="{36514F9C-5D3E-4EB8-9C17-35EFA5A29515}" type="presParOf" srcId="{A8E36631-D3C1-45AC-947B-EA573F4BE224}" destId="{8716EBD0-7EB4-4445-B825-6F6EE4F08927}" srcOrd="2" destOrd="0" presId="urn:microsoft.com/office/officeart/2018/2/layout/IconLabelDescriptionList"/>
    <dgm:cxn modelId="{B8C86554-0DBD-46A6-AC37-460AF24435D5}" type="presParOf" srcId="{A8E36631-D3C1-45AC-947B-EA573F4BE224}" destId="{7967AC43-627D-4CD8-B604-E2860BCC2D32}" srcOrd="3" destOrd="0" presId="urn:microsoft.com/office/officeart/2018/2/layout/IconLabelDescriptionList"/>
    <dgm:cxn modelId="{4012F600-8B10-4523-A8CB-A0B3B89BC7D7}" type="presParOf" srcId="{A8E36631-D3C1-45AC-947B-EA573F4BE224}" destId="{615035C8-A8FE-454E-9B5A-DF582E1CC83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7CD6EE-ED5D-40F8-A3F6-51667881CC49}">
      <dsp:nvSpPr>
        <dsp:cNvPr id="0" name=""/>
        <dsp:cNvSpPr/>
      </dsp:nvSpPr>
      <dsp:spPr>
        <a:xfrm>
          <a:off x="1963800" y="349694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0F6A98-3F29-4A2D-B7F7-6DAFA6213600}">
      <dsp:nvSpPr>
        <dsp:cNvPr id="0" name=""/>
        <dsp:cNvSpPr/>
      </dsp:nvSpPr>
      <dsp:spPr>
        <a:xfrm>
          <a:off x="559800" y="198910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noProof="0" dirty="0"/>
            <a:t>Para </a:t>
          </a:r>
          <a:r>
            <a:rPr lang="en-US" sz="3600" kern="1200" noProof="0" dirty="0" err="1"/>
            <a:t>que</a:t>
          </a:r>
          <a:r>
            <a:rPr lang="en-US" sz="3600" kern="1200" noProof="0" dirty="0"/>
            <a:t> serve?</a:t>
          </a:r>
        </a:p>
      </dsp:txBody>
      <dsp:txXfrm>
        <a:off x="559800" y="1989102"/>
        <a:ext cx="4320000" cy="648000"/>
      </dsp:txXfrm>
    </dsp:sp>
    <dsp:sp modelId="{0E55A978-182C-4F58-B09E-B03DC1A6CFF3}">
      <dsp:nvSpPr>
        <dsp:cNvPr id="0" name=""/>
        <dsp:cNvSpPr/>
      </dsp:nvSpPr>
      <dsp:spPr>
        <a:xfrm>
          <a:off x="559800" y="2696362"/>
          <a:ext cx="4320000" cy="616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É um conjunto de ferramentas </a:t>
          </a:r>
          <a:r>
            <a:rPr lang="en-US" sz="1700" kern="1200" noProof="0" dirty="0" err="1"/>
            <a:t>que</a:t>
          </a:r>
          <a:r>
            <a:rPr lang="en-US" sz="1700" kern="1200" noProof="0" dirty="0"/>
            <a:t> </a:t>
          </a:r>
          <a:r>
            <a:rPr lang="en-US" sz="1700" kern="1200" noProof="0" dirty="0" err="1"/>
            <a:t>podem</a:t>
          </a:r>
          <a:r>
            <a:rPr lang="en-US" sz="1700" kern="1200" noProof="0" dirty="0"/>
            <a:t> ser </a:t>
          </a:r>
          <a:r>
            <a:rPr lang="en-US" sz="1700" kern="1200" noProof="0" dirty="0" err="1"/>
            <a:t>úteis</a:t>
          </a:r>
          <a:r>
            <a:rPr lang="en-US" sz="1700" kern="1200" noProof="0" dirty="0"/>
            <a:t> </a:t>
          </a:r>
          <a:r>
            <a:rPr lang="en-US" sz="1700" kern="1200" noProof="0" dirty="0" err="1"/>
            <a:t>na</a:t>
          </a:r>
          <a:r>
            <a:rPr lang="en-US" sz="1700" kern="1200" noProof="0" dirty="0"/>
            <a:t> </a:t>
          </a:r>
          <a:r>
            <a:rPr lang="en-US" sz="1700" kern="1200" noProof="0" dirty="0" err="1"/>
            <a:t>área</a:t>
          </a:r>
          <a:r>
            <a:rPr lang="en-US" sz="1700" kern="1200" noProof="0" dirty="0"/>
            <a:t> da </a:t>
          </a:r>
          <a:r>
            <a:rPr lang="en-US" sz="1700" kern="1200" noProof="0" dirty="0" err="1"/>
            <a:t>cibersegurança</a:t>
          </a:r>
          <a:endParaRPr lang="en-US" sz="1700" kern="1200" noProof="0" dirty="0"/>
        </a:p>
      </dsp:txBody>
      <dsp:txXfrm>
        <a:off x="559800" y="2696362"/>
        <a:ext cx="4320000" cy="616305"/>
      </dsp:txXfrm>
    </dsp:sp>
    <dsp:sp modelId="{A1AA3AD4-7674-4320-B175-2B44E5D74532}">
      <dsp:nvSpPr>
        <dsp:cNvPr id="0" name=""/>
        <dsp:cNvSpPr/>
      </dsp:nvSpPr>
      <dsp:spPr>
        <a:xfrm>
          <a:off x="7039800" y="349694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A630D-AEAC-4076-B60E-557E9584C55F}">
      <dsp:nvSpPr>
        <dsp:cNvPr id="0" name=""/>
        <dsp:cNvSpPr/>
      </dsp:nvSpPr>
      <dsp:spPr>
        <a:xfrm>
          <a:off x="5635800" y="198910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noProof="0" dirty="0"/>
            <a:t>Como </a:t>
          </a:r>
          <a:r>
            <a:rPr lang="en-US" sz="3600" kern="1200" noProof="0" dirty="0" err="1"/>
            <a:t>foi</a:t>
          </a:r>
          <a:r>
            <a:rPr lang="en-US" sz="3600" kern="1200" noProof="0" dirty="0"/>
            <a:t> </a:t>
          </a:r>
          <a:r>
            <a:rPr lang="en-US" sz="3600" kern="1200" noProof="0" dirty="0" err="1"/>
            <a:t>feito</a:t>
          </a:r>
          <a:r>
            <a:rPr lang="en-US" sz="3600" kern="1200" noProof="0" dirty="0"/>
            <a:t>?</a:t>
          </a:r>
        </a:p>
      </dsp:txBody>
      <dsp:txXfrm>
        <a:off x="5635800" y="1989102"/>
        <a:ext cx="4320000" cy="648000"/>
      </dsp:txXfrm>
    </dsp:sp>
    <dsp:sp modelId="{2E5C2337-CDA3-4D0A-A698-8FFCDE373054}">
      <dsp:nvSpPr>
        <dsp:cNvPr id="0" name=""/>
        <dsp:cNvSpPr/>
      </dsp:nvSpPr>
      <dsp:spPr>
        <a:xfrm>
          <a:off x="5635800" y="2696362"/>
          <a:ext cx="4320000" cy="616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Feito </a:t>
          </a:r>
          <a:r>
            <a:rPr lang="en-US" sz="1700" kern="1200" noProof="0" dirty="0" err="1"/>
            <a:t>em</a:t>
          </a:r>
          <a:r>
            <a:rPr lang="en-US" sz="1700" kern="1200" noProof="0" dirty="0"/>
            <a:t> Python, num </a:t>
          </a:r>
          <a:r>
            <a:rPr lang="en-US" sz="1700" kern="1200" noProof="0" dirty="0" err="1"/>
            <a:t>ambiente</a:t>
          </a:r>
          <a:r>
            <a:rPr lang="en-US" sz="1700" kern="1200" noProof="0" dirty="0"/>
            <a:t> virtual de Kali Linux</a:t>
          </a:r>
        </a:p>
      </dsp:txBody>
      <dsp:txXfrm>
        <a:off x="5635800" y="2696362"/>
        <a:ext cx="4320000" cy="6163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506E9A-DBF6-4C28-B924-57E1223E41FA}">
      <dsp:nvSpPr>
        <dsp:cNvPr id="0" name=""/>
        <dsp:cNvSpPr/>
      </dsp:nvSpPr>
      <dsp:spPr>
        <a:xfrm>
          <a:off x="0" y="713"/>
          <a:ext cx="700377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49C63C-D9C9-4E0B-A7E9-23A185B6562D}">
      <dsp:nvSpPr>
        <dsp:cNvPr id="0" name=""/>
        <dsp:cNvSpPr/>
      </dsp:nvSpPr>
      <dsp:spPr>
        <a:xfrm>
          <a:off x="0" y="713"/>
          <a:ext cx="7003777" cy="834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noProof="0" dirty="0"/>
            <a:t>Port Scanner</a:t>
          </a:r>
        </a:p>
      </dsp:txBody>
      <dsp:txXfrm>
        <a:off x="0" y="713"/>
        <a:ext cx="7003777" cy="834596"/>
      </dsp:txXfrm>
    </dsp:sp>
    <dsp:sp modelId="{FB386D56-7209-417F-B174-BABF28730876}">
      <dsp:nvSpPr>
        <dsp:cNvPr id="0" name=""/>
        <dsp:cNvSpPr/>
      </dsp:nvSpPr>
      <dsp:spPr>
        <a:xfrm>
          <a:off x="0" y="835310"/>
          <a:ext cx="700377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20CCF0-83DB-4437-A7E0-98AD78B31405}">
      <dsp:nvSpPr>
        <dsp:cNvPr id="0" name=""/>
        <dsp:cNvSpPr/>
      </dsp:nvSpPr>
      <dsp:spPr>
        <a:xfrm>
          <a:off x="0" y="835310"/>
          <a:ext cx="7003777" cy="834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noProof="0" dirty="0"/>
            <a:t>DoS Attack</a:t>
          </a:r>
        </a:p>
      </dsp:txBody>
      <dsp:txXfrm>
        <a:off x="0" y="835310"/>
        <a:ext cx="7003777" cy="834596"/>
      </dsp:txXfrm>
    </dsp:sp>
    <dsp:sp modelId="{A98BC505-95CA-4C24-AFB0-05FCB6AADA05}">
      <dsp:nvSpPr>
        <dsp:cNvPr id="0" name=""/>
        <dsp:cNvSpPr/>
      </dsp:nvSpPr>
      <dsp:spPr>
        <a:xfrm>
          <a:off x="0" y="1669907"/>
          <a:ext cx="700377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B5B6BA-C341-4CFB-B4F6-F1E71B348361}">
      <dsp:nvSpPr>
        <dsp:cNvPr id="0" name=""/>
        <dsp:cNvSpPr/>
      </dsp:nvSpPr>
      <dsp:spPr>
        <a:xfrm>
          <a:off x="0" y="1669907"/>
          <a:ext cx="7003777" cy="834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noProof="0" dirty="0"/>
            <a:t>Syn Flood</a:t>
          </a:r>
        </a:p>
      </dsp:txBody>
      <dsp:txXfrm>
        <a:off x="0" y="1669907"/>
        <a:ext cx="7003777" cy="834596"/>
      </dsp:txXfrm>
    </dsp:sp>
    <dsp:sp modelId="{6F29EFD8-5322-428F-BEBC-CDD11C71B9BE}">
      <dsp:nvSpPr>
        <dsp:cNvPr id="0" name=""/>
        <dsp:cNvSpPr/>
      </dsp:nvSpPr>
      <dsp:spPr>
        <a:xfrm>
          <a:off x="0" y="2504504"/>
          <a:ext cx="700377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712CA-D177-4A49-813A-6C1C8F950B17}">
      <dsp:nvSpPr>
        <dsp:cNvPr id="0" name=""/>
        <dsp:cNvSpPr/>
      </dsp:nvSpPr>
      <dsp:spPr>
        <a:xfrm>
          <a:off x="0" y="2504504"/>
          <a:ext cx="7003777" cy="834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noProof="0" dirty="0"/>
            <a:t>Log Analyzer</a:t>
          </a:r>
        </a:p>
      </dsp:txBody>
      <dsp:txXfrm>
        <a:off x="0" y="2504504"/>
        <a:ext cx="7003777" cy="834596"/>
      </dsp:txXfrm>
    </dsp:sp>
    <dsp:sp modelId="{90A89773-A3D8-414A-A0F0-82A398B66EC0}">
      <dsp:nvSpPr>
        <dsp:cNvPr id="0" name=""/>
        <dsp:cNvSpPr/>
      </dsp:nvSpPr>
      <dsp:spPr>
        <a:xfrm>
          <a:off x="0" y="3339100"/>
          <a:ext cx="700377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54920F-F54C-49FD-9818-DC87FF58E8EE}">
      <dsp:nvSpPr>
        <dsp:cNvPr id="0" name=""/>
        <dsp:cNvSpPr/>
      </dsp:nvSpPr>
      <dsp:spPr>
        <a:xfrm>
          <a:off x="0" y="3339100"/>
          <a:ext cx="7003777" cy="834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noProof="0" dirty="0"/>
            <a:t>Port Knocker</a:t>
          </a:r>
        </a:p>
      </dsp:txBody>
      <dsp:txXfrm>
        <a:off x="0" y="3339100"/>
        <a:ext cx="7003777" cy="834596"/>
      </dsp:txXfrm>
    </dsp:sp>
    <dsp:sp modelId="{EB7EEF94-FB51-4680-82C8-0BF0BD927BB7}">
      <dsp:nvSpPr>
        <dsp:cNvPr id="0" name=""/>
        <dsp:cNvSpPr/>
      </dsp:nvSpPr>
      <dsp:spPr>
        <a:xfrm>
          <a:off x="0" y="4173697"/>
          <a:ext cx="700377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7D29AD-BF54-47A0-B8E3-0669AB4355B3}">
      <dsp:nvSpPr>
        <dsp:cNvPr id="0" name=""/>
        <dsp:cNvSpPr/>
      </dsp:nvSpPr>
      <dsp:spPr>
        <a:xfrm>
          <a:off x="0" y="4173697"/>
          <a:ext cx="7003777" cy="834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noProof="0" dirty="0"/>
            <a:t>Gestor de Passwords</a:t>
          </a:r>
        </a:p>
      </dsp:txBody>
      <dsp:txXfrm>
        <a:off x="0" y="4173697"/>
        <a:ext cx="7003777" cy="834596"/>
      </dsp:txXfrm>
    </dsp:sp>
    <dsp:sp modelId="{0F3E9462-91E5-4181-A4BE-C8EA92DDE395}">
      <dsp:nvSpPr>
        <dsp:cNvPr id="0" name=""/>
        <dsp:cNvSpPr/>
      </dsp:nvSpPr>
      <dsp:spPr>
        <a:xfrm>
          <a:off x="0" y="5008294"/>
          <a:ext cx="700377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0FD26-D919-49C4-ABF6-C953720DDFFA}">
      <dsp:nvSpPr>
        <dsp:cNvPr id="0" name=""/>
        <dsp:cNvSpPr/>
      </dsp:nvSpPr>
      <dsp:spPr>
        <a:xfrm>
          <a:off x="0" y="5008294"/>
          <a:ext cx="7003777" cy="834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noProof="0" dirty="0" err="1"/>
            <a:t>Servidor</a:t>
          </a:r>
          <a:r>
            <a:rPr lang="en-US" sz="3800" kern="1200" noProof="0" dirty="0"/>
            <a:t> de </a:t>
          </a:r>
          <a:r>
            <a:rPr lang="en-US" sz="3800" kern="1200" noProof="0" dirty="0" err="1"/>
            <a:t>Mensagens</a:t>
          </a:r>
          <a:endParaRPr lang="en-US" sz="3800" kern="1200" noProof="0" dirty="0"/>
        </a:p>
      </dsp:txBody>
      <dsp:txXfrm>
        <a:off x="0" y="5008294"/>
        <a:ext cx="7003777" cy="8345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725BC0-D057-4CEF-9576-F588C8564DBC}">
      <dsp:nvSpPr>
        <dsp:cNvPr id="0" name=""/>
        <dsp:cNvSpPr/>
      </dsp:nvSpPr>
      <dsp:spPr>
        <a:xfrm>
          <a:off x="762194" y="834135"/>
          <a:ext cx="812109" cy="812109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9A04F-0EB8-42BC-A707-E47D133F4DE4}">
      <dsp:nvSpPr>
        <dsp:cNvPr id="0" name=""/>
        <dsp:cNvSpPr/>
      </dsp:nvSpPr>
      <dsp:spPr>
        <a:xfrm>
          <a:off x="8092" y="1731990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O </a:t>
          </a:r>
          <a:r>
            <a:rPr lang="en-US" sz="2500" kern="1200" noProof="0" dirty="0" err="1"/>
            <a:t>que</a:t>
          </a:r>
          <a:r>
            <a:rPr lang="en-US" sz="2500" kern="1200" noProof="0" dirty="0"/>
            <a:t> é?</a:t>
          </a:r>
        </a:p>
      </dsp:txBody>
      <dsp:txXfrm>
        <a:off x="8092" y="1731990"/>
        <a:ext cx="2320312" cy="348046"/>
      </dsp:txXfrm>
    </dsp:sp>
    <dsp:sp modelId="{034EF966-DD04-4403-A059-E5F493739082}">
      <dsp:nvSpPr>
        <dsp:cNvPr id="0" name=""/>
        <dsp:cNvSpPr/>
      </dsp:nvSpPr>
      <dsp:spPr>
        <a:xfrm>
          <a:off x="8092" y="2119919"/>
          <a:ext cx="2320312" cy="7083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 err="1"/>
            <a:t>Descobrir</a:t>
          </a:r>
          <a:r>
            <a:rPr lang="en-US" sz="1700" kern="1200" noProof="0" dirty="0"/>
            <a:t> as </a:t>
          </a:r>
          <a:r>
            <a:rPr lang="en-US" sz="1700" kern="1200" noProof="0" dirty="0" err="1"/>
            <a:t>portas</a:t>
          </a:r>
          <a:r>
            <a:rPr lang="en-US" sz="1700" kern="1200" noProof="0" dirty="0"/>
            <a:t> </a:t>
          </a:r>
          <a:r>
            <a:rPr lang="en-US" sz="1700" kern="1200" noProof="0" dirty="0" err="1"/>
            <a:t>abertas</a:t>
          </a:r>
          <a:r>
            <a:rPr lang="en-US" sz="1700" kern="1200" noProof="0" dirty="0"/>
            <a:t>, </a:t>
          </a:r>
          <a:r>
            <a:rPr lang="en-US" sz="1700" kern="1200" noProof="0" dirty="0" err="1"/>
            <a:t>fechadas</a:t>
          </a:r>
          <a:r>
            <a:rPr lang="en-US" sz="1700" kern="1200" noProof="0" dirty="0"/>
            <a:t> </a:t>
          </a:r>
          <a:r>
            <a:rPr lang="en-US" sz="1700" kern="1200" noProof="0" dirty="0" err="1"/>
            <a:t>ou</a:t>
          </a:r>
          <a:r>
            <a:rPr lang="en-US" sz="1700" kern="1200" noProof="0" dirty="0"/>
            <a:t> </a:t>
          </a:r>
          <a:r>
            <a:rPr lang="en-US" sz="1700" kern="1200" noProof="0" dirty="0" err="1"/>
            <a:t>filtradas</a:t>
          </a:r>
          <a:endParaRPr lang="en-US" sz="1700" kern="1200" noProof="0" dirty="0"/>
        </a:p>
      </dsp:txBody>
      <dsp:txXfrm>
        <a:off x="8092" y="2119919"/>
        <a:ext cx="2320312" cy="708308"/>
      </dsp:txXfrm>
    </dsp:sp>
    <dsp:sp modelId="{DB0C60D7-58CB-40AE-BA4D-92F041703A5B}">
      <dsp:nvSpPr>
        <dsp:cNvPr id="0" name=""/>
        <dsp:cNvSpPr/>
      </dsp:nvSpPr>
      <dsp:spPr>
        <a:xfrm>
          <a:off x="3488561" y="834135"/>
          <a:ext cx="812109" cy="812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14F8E-ADC7-4BC4-AD4C-901DAC38A9B7}">
      <dsp:nvSpPr>
        <dsp:cNvPr id="0" name=""/>
        <dsp:cNvSpPr/>
      </dsp:nvSpPr>
      <dsp:spPr>
        <a:xfrm>
          <a:off x="2734460" y="1731990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Input: </a:t>
          </a:r>
        </a:p>
      </dsp:txBody>
      <dsp:txXfrm>
        <a:off x="2734460" y="1731990"/>
        <a:ext cx="2320312" cy="348046"/>
      </dsp:txXfrm>
    </dsp:sp>
    <dsp:sp modelId="{95C9211B-EA81-406A-B3D3-23F51E910F21}">
      <dsp:nvSpPr>
        <dsp:cNvPr id="0" name=""/>
        <dsp:cNvSpPr/>
      </dsp:nvSpPr>
      <dsp:spPr>
        <a:xfrm>
          <a:off x="2734460" y="2119919"/>
          <a:ext cx="2320312" cy="7083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IP do Alvo e o </a:t>
          </a:r>
          <a:r>
            <a:rPr lang="en-US" sz="1700" kern="1200" noProof="0" dirty="0" err="1"/>
            <a:t>intervalo</a:t>
          </a:r>
          <a:r>
            <a:rPr lang="en-US" sz="1700" kern="1200" noProof="0" dirty="0"/>
            <a:t> de </a:t>
          </a:r>
          <a:r>
            <a:rPr lang="en-US" sz="1700" kern="1200" noProof="0" dirty="0" err="1"/>
            <a:t>portas</a:t>
          </a:r>
          <a:endParaRPr lang="en-US" sz="1700" kern="1200" noProof="0" dirty="0"/>
        </a:p>
      </dsp:txBody>
      <dsp:txXfrm>
        <a:off x="2734460" y="2119919"/>
        <a:ext cx="2320312" cy="708308"/>
      </dsp:txXfrm>
    </dsp:sp>
    <dsp:sp modelId="{1B624CB3-1318-4D10-939B-E7101ED29B4B}">
      <dsp:nvSpPr>
        <dsp:cNvPr id="0" name=""/>
        <dsp:cNvSpPr/>
      </dsp:nvSpPr>
      <dsp:spPr>
        <a:xfrm>
          <a:off x="6214928" y="834135"/>
          <a:ext cx="812109" cy="812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F9A69-9563-4EFD-95A8-49AA5387BF9B}">
      <dsp:nvSpPr>
        <dsp:cNvPr id="0" name=""/>
        <dsp:cNvSpPr/>
      </dsp:nvSpPr>
      <dsp:spPr>
        <a:xfrm>
          <a:off x="5460827" y="1731990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Output: </a:t>
          </a:r>
        </a:p>
      </dsp:txBody>
      <dsp:txXfrm>
        <a:off x="5460827" y="1731990"/>
        <a:ext cx="2320312" cy="348046"/>
      </dsp:txXfrm>
    </dsp:sp>
    <dsp:sp modelId="{A7CD2218-9022-414B-80EE-9D9681A98947}">
      <dsp:nvSpPr>
        <dsp:cNvPr id="0" name=""/>
        <dsp:cNvSpPr/>
      </dsp:nvSpPr>
      <dsp:spPr>
        <a:xfrm>
          <a:off x="5460827" y="2119919"/>
          <a:ext cx="2320312" cy="7083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Estado das </a:t>
          </a:r>
          <a:r>
            <a:rPr lang="en-US" sz="1700" kern="1200" noProof="0" dirty="0" err="1"/>
            <a:t>portas</a:t>
          </a:r>
          <a:endParaRPr lang="en-US" sz="1700" kern="1200" noProof="0" dirty="0"/>
        </a:p>
      </dsp:txBody>
      <dsp:txXfrm>
        <a:off x="5460827" y="2119919"/>
        <a:ext cx="2320312" cy="708308"/>
      </dsp:txXfrm>
    </dsp:sp>
    <dsp:sp modelId="{9DA2FAB8-4D49-4BBB-A72A-22725462927D}">
      <dsp:nvSpPr>
        <dsp:cNvPr id="0" name=""/>
        <dsp:cNvSpPr/>
      </dsp:nvSpPr>
      <dsp:spPr>
        <a:xfrm>
          <a:off x="8941296" y="834135"/>
          <a:ext cx="812109" cy="8121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579B28-BB9B-4C58-B4BF-D52BCE7EE20B}">
      <dsp:nvSpPr>
        <dsp:cNvPr id="0" name=""/>
        <dsp:cNvSpPr/>
      </dsp:nvSpPr>
      <dsp:spPr>
        <a:xfrm>
          <a:off x="8187194" y="1731990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Feito: </a:t>
          </a:r>
        </a:p>
      </dsp:txBody>
      <dsp:txXfrm>
        <a:off x="8187194" y="1731990"/>
        <a:ext cx="2320312" cy="348046"/>
      </dsp:txXfrm>
    </dsp:sp>
    <dsp:sp modelId="{7A2F8FAC-46CF-4179-B058-0D053CF7B035}">
      <dsp:nvSpPr>
        <dsp:cNvPr id="0" name=""/>
        <dsp:cNvSpPr/>
      </dsp:nvSpPr>
      <dsp:spPr>
        <a:xfrm>
          <a:off x="8187194" y="2119919"/>
          <a:ext cx="2320312" cy="7083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A </a:t>
          </a:r>
          <a:r>
            <a:rPr lang="en-US" sz="1700" kern="1200" noProof="0" dirty="0" err="1"/>
            <a:t>partir</a:t>
          </a:r>
          <a:r>
            <a:rPr lang="en-US" sz="1700" kern="1200" noProof="0" dirty="0"/>
            <a:t> do Nmap</a:t>
          </a:r>
        </a:p>
      </dsp:txBody>
      <dsp:txXfrm>
        <a:off x="8187194" y="2119919"/>
        <a:ext cx="2320312" cy="7083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9B3B36-D79A-43F2-9801-33B208302088}">
      <dsp:nvSpPr>
        <dsp:cNvPr id="0" name=""/>
        <dsp:cNvSpPr/>
      </dsp:nvSpPr>
      <dsp:spPr>
        <a:xfrm>
          <a:off x="762194" y="698942"/>
          <a:ext cx="812109" cy="812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E5B21D-533F-4677-A2E2-17207A815EB4}">
      <dsp:nvSpPr>
        <dsp:cNvPr id="0" name=""/>
        <dsp:cNvSpPr/>
      </dsp:nvSpPr>
      <dsp:spPr>
        <a:xfrm>
          <a:off x="8092" y="1608424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O </a:t>
          </a:r>
          <a:r>
            <a:rPr lang="en-US" sz="2500" kern="1200" noProof="0" dirty="0" err="1"/>
            <a:t>que</a:t>
          </a:r>
          <a:r>
            <a:rPr lang="en-US" sz="2500" kern="1200" noProof="0" dirty="0"/>
            <a:t> é? </a:t>
          </a:r>
        </a:p>
      </dsp:txBody>
      <dsp:txXfrm>
        <a:off x="8092" y="1608424"/>
        <a:ext cx="2320312" cy="348046"/>
      </dsp:txXfrm>
    </dsp:sp>
    <dsp:sp modelId="{88FED7B5-8981-4B41-9784-553D43025856}">
      <dsp:nvSpPr>
        <dsp:cNvPr id="0" name=""/>
        <dsp:cNvSpPr/>
      </dsp:nvSpPr>
      <dsp:spPr>
        <a:xfrm>
          <a:off x="8092" y="2001761"/>
          <a:ext cx="2320312" cy="961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Serve para </a:t>
          </a:r>
          <a:r>
            <a:rPr lang="en-US" sz="1700" kern="1200" noProof="0" dirty="0" err="1"/>
            <a:t>impedir</a:t>
          </a:r>
          <a:r>
            <a:rPr lang="en-US" sz="1700" kern="1200" noProof="0" dirty="0"/>
            <a:t> um </a:t>
          </a:r>
          <a:r>
            <a:rPr lang="en-US" sz="1700" kern="1200" noProof="0" dirty="0" err="1"/>
            <a:t>cliente</a:t>
          </a:r>
          <a:r>
            <a:rPr lang="en-US" sz="1700" kern="1200" noProof="0" dirty="0"/>
            <a:t> de </a:t>
          </a:r>
          <a:r>
            <a:rPr lang="en-US" sz="1700" kern="1200" noProof="0" dirty="0" err="1"/>
            <a:t>aceder</a:t>
          </a:r>
          <a:r>
            <a:rPr lang="en-US" sz="1700" kern="1200" noProof="0" dirty="0"/>
            <a:t> a um </a:t>
          </a:r>
          <a:r>
            <a:rPr lang="en-US" sz="1700" kern="1200" noProof="0" dirty="0" err="1"/>
            <a:t>serviço</a:t>
          </a:r>
          <a:r>
            <a:rPr lang="en-US" sz="1700" kern="1200" noProof="0" dirty="0"/>
            <a:t> </a:t>
          </a:r>
          <a:r>
            <a:rPr lang="en-US" sz="1700" kern="1200" noProof="0" dirty="0" err="1"/>
            <a:t>através</a:t>
          </a:r>
          <a:r>
            <a:rPr lang="en-US" sz="1700" kern="1200" noProof="0" dirty="0"/>
            <a:t> da </a:t>
          </a:r>
          <a:r>
            <a:rPr lang="en-US" sz="1700" kern="1200" noProof="0" dirty="0" err="1"/>
            <a:t>sobrecarga</a:t>
          </a:r>
          <a:r>
            <a:rPr lang="en-US" sz="1700" kern="1200" noProof="0" dirty="0"/>
            <a:t> da rede</a:t>
          </a:r>
        </a:p>
      </dsp:txBody>
      <dsp:txXfrm>
        <a:off x="8092" y="2001761"/>
        <a:ext cx="2320312" cy="961659"/>
      </dsp:txXfrm>
    </dsp:sp>
    <dsp:sp modelId="{8E1E3328-FA09-4374-B648-7E4DE6E0096E}">
      <dsp:nvSpPr>
        <dsp:cNvPr id="0" name=""/>
        <dsp:cNvSpPr/>
      </dsp:nvSpPr>
      <dsp:spPr>
        <a:xfrm>
          <a:off x="3488561" y="698942"/>
          <a:ext cx="812109" cy="812109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4737CF-9F5D-402C-B29F-41C7C7A00ED3}">
      <dsp:nvSpPr>
        <dsp:cNvPr id="0" name=""/>
        <dsp:cNvSpPr/>
      </dsp:nvSpPr>
      <dsp:spPr>
        <a:xfrm>
          <a:off x="2734460" y="1608424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Input: </a:t>
          </a:r>
        </a:p>
      </dsp:txBody>
      <dsp:txXfrm>
        <a:off x="2734460" y="1608424"/>
        <a:ext cx="2320312" cy="348046"/>
      </dsp:txXfrm>
    </dsp:sp>
    <dsp:sp modelId="{793E7FA1-B2E1-47B6-9A4B-57A7A7256D85}">
      <dsp:nvSpPr>
        <dsp:cNvPr id="0" name=""/>
        <dsp:cNvSpPr/>
      </dsp:nvSpPr>
      <dsp:spPr>
        <a:xfrm>
          <a:off x="2734460" y="2001761"/>
          <a:ext cx="2320312" cy="961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IP do </a:t>
          </a:r>
          <a:r>
            <a:rPr lang="en-US" sz="1700" kern="1200" noProof="0" dirty="0" err="1"/>
            <a:t>alvo</a:t>
          </a:r>
          <a:endParaRPr lang="en-US" sz="1700" kern="1200" noProof="0" dirty="0"/>
        </a:p>
      </dsp:txBody>
      <dsp:txXfrm>
        <a:off x="2734460" y="2001761"/>
        <a:ext cx="2320312" cy="961659"/>
      </dsp:txXfrm>
    </dsp:sp>
    <dsp:sp modelId="{0C21A9C2-0870-4421-85D6-95D77DC6E448}">
      <dsp:nvSpPr>
        <dsp:cNvPr id="0" name=""/>
        <dsp:cNvSpPr/>
      </dsp:nvSpPr>
      <dsp:spPr>
        <a:xfrm>
          <a:off x="6214928" y="698942"/>
          <a:ext cx="812109" cy="812109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5C9372-71E7-4A99-A274-A5EED1C36B67}">
      <dsp:nvSpPr>
        <dsp:cNvPr id="0" name=""/>
        <dsp:cNvSpPr/>
      </dsp:nvSpPr>
      <dsp:spPr>
        <a:xfrm>
          <a:off x="5460827" y="1608424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Output: </a:t>
          </a:r>
        </a:p>
      </dsp:txBody>
      <dsp:txXfrm>
        <a:off x="5460827" y="1608424"/>
        <a:ext cx="2320312" cy="348046"/>
      </dsp:txXfrm>
    </dsp:sp>
    <dsp:sp modelId="{CC74D176-243C-4660-9F43-D826C027901F}">
      <dsp:nvSpPr>
        <dsp:cNvPr id="0" name=""/>
        <dsp:cNvSpPr/>
      </dsp:nvSpPr>
      <dsp:spPr>
        <a:xfrm>
          <a:off x="5460827" y="2001761"/>
          <a:ext cx="2320312" cy="961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Deixa o </a:t>
          </a:r>
          <a:r>
            <a:rPr lang="en-US" sz="1700" kern="1200" noProof="0" dirty="0" err="1"/>
            <a:t>alvo</a:t>
          </a:r>
          <a:r>
            <a:rPr lang="en-US" sz="1700" kern="1200" noProof="0" dirty="0"/>
            <a:t> </a:t>
          </a:r>
          <a:r>
            <a:rPr lang="en-US" sz="1700" kern="1200" noProof="0" dirty="0" err="1"/>
            <a:t>sobrecarregado</a:t>
          </a:r>
          <a:r>
            <a:rPr lang="en-US" sz="1700" kern="1200" noProof="0" dirty="0"/>
            <a:t> e </a:t>
          </a:r>
          <a:r>
            <a:rPr lang="en-US" sz="1700" kern="1200" noProof="0" dirty="0" err="1"/>
            <a:t>incapaz</a:t>
          </a:r>
          <a:r>
            <a:rPr lang="en-US" sz="1700" kern="1200" noProof="0" dirty="0"/>
            <a:t> de </a:t>
          </a:r>
          <a:r>
            <a:rPr lang="en-US" sz="1700" kern="1200" noProof="0" dirty="0" err="1"/>
            <a:t>comunicar</a:t>
          </a:r>
          <a:endParaRPr lang="en-US" sz="1700" kern="1200" noProof="0" dirty="0"/>
        </a:p>
      </dsp:txBody>
      <dsp:txXfrm>
        <a:off x="5460827" y="2001761"/>
        <a:ext cx="2320312" cy="961659"/>
      </dsp:txXfrm>
    </dsp:sp>
    <dsp:sp modelId="{3C9610D4-58F8-493B-8A0A-1F6394C95406}">
      <dsp:nvSpPr>
        <dsp:cNvPr id="0" name=""/>
        <dsp:cNvSpPr/>
      </dsp:nvSpPr>
      <dsp:spPr>
        <a:xfrm>
          <a:off x="8941296" y="698942"/>
          <a:ext cx="812109" cy="812109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D514D-9CA8-4D06-B506-35E68EBB9937}">
      <dsp:nvSpPr>
        <dsp:cNvPr id="0" name=""/>
        <dsp:cNvSpPr/>
      </dsp:nvSpPr>
      <dsp:spPr>
        <a:xfrm>
          <a:off x="8187194" y="1608424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Feito: </a:t>
          </a:r>
        </a:p>
      </dsp:txBody>
      <dsp:txXfrm>
        <a:off x="8187194" y="1608424"/>
        <a:ext cx="2320312" cy="348046"/>
      </dsp:txXfrm>
    </dsp:sp>
    <dsp:sp modelId="{E3BB8BC8-FA53-46A5-8B06-CC95D010547F}">
      <dsp:nvSpPr>
        <dsp:cNvPr id="0" name=""/>
        <dsp:cNvSpPr/>
      </dsp:nvSpPr>
      <dsp:spPr>
        <a:xfrm>
          <a:off x="8187194" y="2001761"/>
          <a:ext cx="2320312" cy="961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Com Sockets</a:t>
          </a:r>
        </a:p>
      </dsp:txBody>
      <dsp:txXfrm>
        <a:off x="8187194" y="2001761"/>
        <a:ext cx="2320312" cy="9616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E5DF6-DC4E-4A93-BECE-F8E8AF29C183}">
      <dsp:nvSpPr>
        <dsp:cNvPr id="0" name=""/>
        <dsp:cNvSpPr/>
      </dsp:nvSpPr>
      <dsp:spPr>
        <a:xfrm>
          <a:off x="8092" y="570992"/>
          <a:ext cx="812109" cy="812109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7A25C0-BF4D-4E17-AFB3-23FE8C6222A2}">
      <dsp:nvSpPr>
        <dsp:cNvPr id="0" name=""/>
        <dsp:cNvSpPr/>
      </dsp:nvSpPr>
      <dsp:spPr>
        <a:xfrm>
          <a:off x="8092" y="1491478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O </a:t>
          </a:r>
          <a:r>
            <a:rPr lang="en-US" sz="2500" kern="1200" noProof="0" dirty="0" err="1"/>
            <a:t>que</a:t>
          </a:r>
          <a:r>
            <a:rPr lang="en-US" sz="2500" kern="1200" noProof="0" dirty="0"/>
            <a:t> é? </a:t>
          </a:r>
        </a:p>
      </dsp:txBody>
      <dsp:txXfrm>
        <a:off x="8092" y="1491478"/>
        <a:ext cx="2320312" cy="348046"/>
      </dsp:txXfrm>
    </dsp:sp>
    <dsp:sp modelId="{B1D94900-7450-4DFE-8E03-262194EB7769}">
      <dsp:nvSpPr>
        <dsp:cNvPr id="0" name=""/>
        <dsp:cNvSpPr/>
      </dsp:nvSpPr>
      <dsp:spPr>
        <a:xfrm>
          <a:off x="8092" y="1889932"/>
          <a:ext cx="2320312" cy="12014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Serve para </a:t>
          </a:r>
          <a:r>
            <a:rPr lang="en-US" sz="1700" kern="1200" noProof="0" dirty="0" err="1"/>
            <a:t>impedir</a:t>
          </a:r>
          <a:r>
            <a:rPr lang="en-US" sz="1700" kern="1200" noProof="0" dirty="0"/>
            <a:t> um </a:t>
          </a:r>
          <a:r>
            <a:rPr lang="en-US" sz="1700" kern="1200" noProof="0" dirty="0" err="1"/>
            <a:t>cliente</a:t>
          </a:r>
          <a:r>
            <a:rPr lang="en-US" sz="1700" kern="1200" noProof="0" dirty="0"/>
            <a:t> de </a:t>
          </a:r>
          <a:r>
            <a:rPr lang="en-US" sz="1700" kern="1200" noProof="0" dirty="0" err="1"/>
            <a:t>aceder</a:t>
          </a:r>
          <a:r>
            <a:rPr lang="en-US" sz="1700" kern="1200" noProof="0" dirty="0"/>
            <a:t> a um </a:t>
          </a:r>
          <a:r>
            <a:rPr lang="en-US" sz="1700" kern="1200" noProof="0" dirty="0" err="1"/>
            <a:t>serviço</a:t>
          </a:r>
          <a:r>
            <a:rPr lang="en-US" sz="1700" kern="1200" noProof="0" dirty="0"/>
            <a:t> </a:t>
          </a:r>
          <a:r>
            <a:rPr lang="en-US" sz="1700" kern="1200" noProof="0" dirty="0" err="1"/>
            <a:t>através</a:t>
          </a:r>
          <a:r>
            <a:rPr lang="en-US" sz="1700" kern="1200" noProof="0" dirty="0"/>
            <a:t> de Three Way Handshakes </a:t>
          </a:r>
          <a:r>
            <a:rPr lang="en-US" sz="1700" kern="1200" noProof="0" dirty="0" err="1"/>
            <a:t>incompletos</a:t>
          </a:r>
          <a:endParaRPr lang="en-US" sz="1700" kern="1200" noProof="0" dirty="0"/>
        </a:p>
      </dsp:txBody>
      <dsp:txXfrm>
        <a:off x="8092" y="1889932"/>
        <a:ext cx="2320312" cy="1201438"/>
      </dsp:txXfrm>
    </dsp:sp>
    <dsp:sp modelId="{C8DDDE1F-AA94-4661-B67F-1AB8D9AE2AD3}">
      <dsp:nvSpPr>
        <dsp:cNvPr id="0" name=""/>
        <dsp:cNvSpPr/>
      </dsp:nvSpPr>
      <dsp:spPr>
        <a:xfrm>
          <a:off x="2734460" y="570992"/>
          <a:ext cx="812109" cy="812109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4175F-6BBF-4013-B85A-7BE99170CB5B}">
      <dsp:nvSpPr>
        <dsp:cNvPr id="0" name=""/>
        <dsp:cNvSpPr/>
      </dsp:nvSpPr>
      <dsp:spPr>
        <a:xfrm>
          <a:off x="2734460" y="1491478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Input:  </a:t>
          </a:r>
        </a:p>
      </dsp:txBody>
      <dsp:txXfrm>
        <a:off x="2734460" y="1491478"/>
        <a:ext cx="2320312" cy="348046"/>
      </dsp:txXfrm>
    </dsp:sp>
    <dsp:sp modelId="{0058EF28-B07A-4D6F-A26A-BB9D88610D5F}">
      <dsp:nvSpPr>
        <dsp:cNvPr id="0" name=""/>
        <dsp:cNvSpPr/>
      </dsp:nvSpPr>
      <dsp:spPr>
        <a:xfrm>
          <a:off x="2734460" y="1889932"/>
          <a:ext cx="2320312" cy="12014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IP e Porta do Alvo</a:t>
          </a:r>
        </a:p>
      </dsp:txBody>
      <dsp:txXfrm>
        <a:off x="2734460" y="1889932"/>
        <a:ext cx="2320312" cy="1201438"/>
      </dsp:txXfrm>
    </dsp:sp>
    <dsp:sp modelId="{3748B747-DD73-4C7C-93F6-5DC682EE6416}">
      <dsp:nvSpPr>
        <dsp:cNvPr id="0" name=""/>
        <dsp:cNvSpPr/>
      </dsp:nvSpPr>
      <dsp:spPr>
        <a:xfrm>
          <a:off x="5460827" y="570992"/>
          <a:ext cx="812109" cy="812109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4B4868-0669-4DC2-81E8-330156DDAB07}">
      <dsp:nvSpPr>
        <dsp:cNvPr id="0" name=""/>
        <dsp:cNvSpPr/>
      </dsp:nvSpPr>
      <dsp:spPr>
        <a:xfrm>
          <a:off x="5460827" y="1491478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Output: </a:t>
          </a:r>
        </a:p>
      </dsp:txBody>
      <dsp:txXfrm>
        <a:off x="5460827" y="1491478"/>
        <a:ext cx="2320312" cy="348046"/>
      </dsp:txXfrm>
    </dsp:sp>
    <dsp:sp modelId="{ED5418AF-C5B0-416D-A102-1FB0FFAD5C1E}">
      <dsp:nvSpPr>
        <dsp:cNvPr id="0" name=""/>
        <dsp:cNvSpPr/>
      </dsp:nvSpPr>
      <dsp:spPr>
        <a:xfrm>
          <a:off x="5460827" y="1889932"/>
          <a:ext cx="2320312" cy="12014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Deixa a rede do </a:t>
          </a:r>
          <a:r>
            <a:rPr lang="en-US" sz="1700" kern="1200" noProof="0" dirty="0" err="1"/>
            <a:t>alvo</a:t>
          </a:r>
          <a:r>
            <a:rPr lang="en-US" sz="1700" kern="1200" noProof="0" dirty="0"/>
            <a:t> </a:t>
          </a:r>
          <a:r>
            <a:rPr lang="en-US" sz="1700" kern="1200" noProof="0" dirty="0" err="1"/>
            <a:t>incapacitada</a:t>
          </a:r>
          <a:endParaRPr lang="en-US" sz="1700" kern="1200" noProof="0" dirty="0"/>
        </a:p>
      </dsp:txBody>
      <dsp:txXfrm>
        <a:off x="5460827" y="1889932"/>
        <a:ext cx="2320312" cy="1201438"/>
      </dsp:txXfrm>
    </dsp:sp>
    <dsp:sp modelId="{6706BEC2-ECDA-4C7C-AD37-3C709CC7D09F}">
      <dsp:nvSpPr>
        <dsp:cNvPr id="0" name=""/>
        <dsp:cNvSpPr/>
      </dsp:nvSpPr>
      <dsp:spPr>
        <a:xfrm>
          <a:off x="8187194" y="570992"/>
          <a:ext cx="812109" cy="812109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16EBD0-7EB4-4445-B825-6F6EE4F08927}">
      <dsp:nvSpPr>
        <dsp:cNvPr id="0" name=""/>
        <dsp:cNvSpPr/>
      </dsp:nvSpPr>
      <dsp:spPr>
        <a:xfrm>
          <a:off x="8187194" y="1491478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Feito: </a:t>
          </a:r>
        </a:p>
      </dsp:txBody>
      <dsp:txXfrm>
        <a:off x="8187194" y="1491478"/>
        <a:ext cx="2320312" cy="348046"/>
      </dsp:txXfrm>
    </dsp:sp>
    <dsp:sp modelId="{615035C8-A8FE-454E-9B5A-DF582E1CC836}">
      <dsp:nvSpPr>
        <dsp:cNvPr id="0" name=""/>
        <dsp:cNvSpPr/>
      </dsp:nvSpPr>
      <dsp:spPr>
        <a:xfrm>
          <a:off x="8187194" y="1889932"/>
          <a:ext cx="2320312" cy="12014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 err="1"/>
            <a:t>Scapy</a:t>
          </a:r>
          <a:endParaRPr lang="en-US" sz="1700" kern="1200" noProof="0" dirty="0"/>
        </a:p>
      </dsp:txBody>
      <dsp:txXfrm>
        <a:off x="8187194" y="1889932"/>
        <a:ext cx="2320312" cy="120143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E5DF6-DC4E-4A93-BECE-F8E8AF29C183}">
      <dsp:nvSpPr>
        <dsp:cNvPr id="0" name=""/>
        <dsp:cNvSpPr/>
      </dsp:nvSpPr>
      <dsp:spPr>
        <a:xfrm>
          <a:off x="8092" y="955647"/>
          <a:ext cx="812109" cy="812109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7A25C0-BF4D-4E17-AFB3-23FE8C6222A2}">
      <dsp:nvSpPr>
        <dsp:cNvPr id="0" name=""/>
        <dsp:cNvSpPr/>
      </dsp:nvSpPr>
      <dsp:spPr>
        <a:xfrm>
          <a:off x="8092" y="1843053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O </a:t>
          </a:r>
          <a:r>
            <a:rPr lang="en-US" sz="2500" kern="1200" noProof="0" dirty="0" err="1"/>
            <a:t>que</a:t>
          </a:r>
          <a:r>
            <a:rPr lang="en-US" sz="2500" kern="1200" noProof="0" dirty="0"/>
            <a:t> é? </a:t>
          </a:r>
        </a:p>
      </dsp:txBody>
      <dsp:txXfrm>
        <a:off x="8092" y="1843053"/>
        <a:ext cx="2320312" cy="348046"/>
      </dsp:txXfrm>
    </dsp:sp>
    <dsp:sp modelId="{B1D94900-7450-4DFE-8E03-262194EB7769}">
      <dsp:nvSpPr>
        <dsp:cNvPr id="0" name=""/>
        <dsp:cNvSpPr/>
      </dsp:nvSpPr>
      <dsp:spPr>
        <a:xfrm>
          <a:off x="8092" y="2226121"/>
          <a:ext cx="2320312" cy="480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Analisa </a:t>
          </a:r>
          <a:r>
            <a:rPr lang="en-US" sz="1700" kern="1200" noProof="0" dirty="0" err="1"/>
            <a:t>os</a:t>
          </a:r>
          <a:r>
            <a:rPr lang="en-US" sz="1700" kern="1200" noProof="0" dirty="0"/>
            <a:t> logs dos </a:t>
          </a:r>
          <a:r>
            <a:rPr lang="en-US" sz="1700" kern="1200" noProof="0" dirty="0" err="1"/>
            <a:t>serviços</a:t>
          </a:r>
          <a:r>
            <a:rPr lang="en-US" sz="1700" kern="1200" noProof="0" dirty="0"/>
            <a:t> de SSH e HTTP</a:t>
          </a:r>
        </a:p>
      </dsp:txBody>
      <dsp:txXfrm>
        <a:off x="8092" y="2226121"/>
        <a:ext cx="2320312" cy="480593"/>
      </dsp:txXfrm>
    </dsp:sp>
    <dsp:sp modelId="{C8DDDE1F-AA94-4661-B67F-1AB8D9AE2AD3}">
      <dsp:nvSpPr>
        <dsp:cNvPr id="0" name=""/>
        <dsp:cNvSpPr/>
      </dsp:nvSpPr>
      <dsp:spPr>
        <a:xfrm>
          <a:off x="2734460" y="955647"/>
          <a:ext cx="812109" cy="812109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4175F-6BBF-4013-B85A-7BE99170CB5B}">
      <dsp:nvSpPr>
        <dsp:cNvPr id="0" name=""/>
        <dsp:cNvSpPr/>
      </dsp:nvSpPr>
      <dsp:spPr>
        <a:xfrm>
          <a:off x="2734460" y="1843053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Input:  </a:t>
          </a:r>
        </a:p>
      </dsp:txBody>
      <dsp:txXfrm>
        <a:off x="2734460" y="1843053"/>
        <a:ext cx="2320312" cy="348046"/>
      </dsp:txXfrm>
    </dsp:sp>
    <dsp:sp modelId="{0058EF28-B07A-4D6F-A26A-BB9D88610D5F}">
      <dsp:nvSpPr>
        <dsp:cNvPr id="0" name=""/>
        <dsp:cNvSpPr/>
      </dsp:nvSpPr>
      <dsp:spPr>
        <a:xfrm>
          <a:off x="2734460" y="2226121"/>
          <a:ext cx="2320312" cy="480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 err="1"/>
            <a:t>Nenhum</a:t>
          </a:r>
          <a:endParaRPr lang="en-US" sz="1700" kern="1200" noProof="0" dirty="0"/>
        </a:p>
      </dsp:txBody>
      <dsp:txXfrm>
        <a:off x="2734460" y="2226121"/>
        <a:ext cx="2320312" cy="480593"/>
      </dsp:txXfrm>
    </dsp:sp>
    <dsp:sp modelId="{3748B747-DD73-4C7C-93F6-5DC682EE6416}">
      <dsp:nvSpPr>
        <dsp:cNvPr id="0" name=""/>
        <dsp:cNvSpPr/>
      </dsp:nvSpPr>
      <dsp:spPr>
        <a:xfrm>
          <a:off x="5460827" y="955647"/>
          <a:ext cx="812109" cy="812109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4B4868-0669-4DC2-81E8-330156DDAB07}">
      <dsp:nvSpPr>
        <dsp:cNvPr id="0" name=""/>
        <dsp:cNvSpPr/>
      </dsp:nvSpPr>
      <dsp:spPr>
        <a:xfrm>
          <a:off x="5460827" y="1843053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Output: </a:t>
          </a:r>
        </a:p>
      </dsp:txBody>
      <dsp:txXfrm>
        <a:off x="5460827" y="1843053"/>
        <a:ext cx="2320312" cy="348046"/>
      </dsp:txXfrm>
    </dsp:sp>
    <dsp:sp modelId="{ED5418AF-C5B0-416D-A102-1FB0FFAD5C1E}">
      <dsp:nvSpPr>
        <dsp:cNvPr id="0" name=""/>
        <dsp:cNvSpPr/>
      </dsp:nvSpPr>
      <dsp:spPr>
        <a:xfrm>
          <a:off x="5460827" y="2226121"/>
          <a:ext cx="2320312" cy="480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Output no </a:t>
          </a:r>
          <a:r>
            <a:rPr lang="en-US" sz="1700" kern="1200" noProof="0" dirty="0" err="1"/>
            <a:t>Ecrã</a:t>
          </a:r>
          <a:r>
            <a:rPr lang="en-US" sz="1700" kern="1200" noProof="0" dirty="0"/>
            <a:t>, </a:t>
          </a:r>
          <a:r>
            <a:rPr lang="en-US" sz="1700" kern="1200" noProof="0" dirty="0" err="1"/>
            <a:t>em</a:t>
          </a:r>
          <a:r>
            <a:rPr lang="en-US" sz="1700" kern="1200" noProof="0" dirty="0"/>
            <a:t> um PDF e/</a:t>
          </a:r>
          <a:r>
            <a:rPr lang="en-US" sz="1700" kern="1200" noProof="0" dirty="0" err="1"/>
            <a:t>ou</a:t>
          </a:r>
          <a:r>
            <a:rPr lang="en-US" sz="1700" kern="1200" noProof="0" dirty="0"/>
            <a:t> CSV</a:t>
          </a:r>
        </a:p>
      </dsp:txBody>
      <dsp:txXfrm>
        <a:off x="5460827" y="2226121"/>
        <a:ext cx="2320312" cy="480593"/>
      </dsp:txXfrm>
    </dsp:sp>
    <dsp:sp modelId="{6706BEC2-ECDA-4C7C-AD37-3C709CC7D09F}">
      <dsp:nvSpPr>
        <dsp:cNvPr id="0" name=""/>
        <dsp:cNvSpPr/>
      </dsp:nvSpPr>
      <dsp:spPr>
        <a:xfrm>
          <a:off x="8187194" y="955647"/>
          <a:ext cx="812109" cy="812109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16EBD0-7EB4-4445-B825-6F6EE4F08927}">
      <dsp:nvSpPr>
        <dsp:cNvPr id="0" name=""/>
        <dsp:cNvSpPr/>
      </dsp:nvSpPr>
      <dsp:spPr>
        <a:xfrm>
          <a:off x="8187194" y="1843053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Feito: </a:t>
          </a:r>
        </a:p>
      </dsp:txBody>
      <dsp:txXfrm>
        <a:off x="8187194" y="1843053"/>
        <a:ext cx="2320312" cy="348046"/>
      </dsp:txXfrm>
    </dsp:sp>
    <dsp:sp modelId="{615035C8-A8FE-454E-9B5A-DF582E1CC836}">
      <dsp:nvSpPr>
        <dsp:cNvPr id="0" name=""/>
        <dsp:cNvSpPr/>
      </dsp:nvSpPr>
      <dsp:spPr>
        <a:xfrm>
          <a:off x="8187194" y="2226121"/>
          <a:ext cx="2320312" cy="480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Geoip2, </a:t>
          </a:r>
          <a:r>
            <a:rPr lang="en-US" sz="1700" kern="1200" noProof="0" dirty="0" err="1"/>
            <a:t>fpdf</a:t>
          </a:r>
          <a:r>
            <a:rPr lang="en-US" sz="1700" kern="1200" noProof="0" dirty="0"/>
            <a:t>, csv</a:t>
          </a:r>
        </a:p>
      </dsp:txBody>
      <dsp:txXfrm>
        <a:off x="8187194" y="2226121"/>
        <a:ext cx="2320312" cy="48059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E5DF6-DC4E-4A93-BECE-F8E8AF29C183}">
      <dsp:nvSpPr>
        <dsp:cNvPr id="0" name=""/>
        <dsp:cNvSpPr/>
      </dsp:nvSpPr>
      <dsp:spPr>
        <a:xfrm>
          <a:off x="8092" y="698942"/>
          <a:ext cx="812109" cy="812109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7A25C0-BF4D-4E17-AFB3-23FE8C6222A2}">
      <dsp:nvSpPr>
        <dsp:cNvPr id="0" name=""/>
        <dsp:cNvSpPr/>
      </dsp:nvSpPr>
      <dsp:spPr>
        <a:xfrm>
          <a:off x="8092" y="1608424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O </a:t>
          </a:r>
          <a:r>
            <a:rPr lang="en-US" sz="2500" kern="1200" noProof="0" dirty="0" err="1"/>
            <a:t>que</a:t>
          </a:r>
          <a:r>
            <a:rPr lang="en-US" sz="2500" kern="1200" noProof="0" dirty="0"/>
            <a:t> é? </a:t>
          </a:r>
        </a:p>
      </dsp:txBody>
      <dsp:txXfrm>
        <a:off x="8092" y="1608424"/>
        <a:ext cx="2320312" cy="348046"/>
      </dsp:txXfrm>
    </dsp:sp>
    <dsp:sp modelId="{B1D94900-7450-4DFE-8E03-262194EB7769}">
      <dsp:nvSpPr>
        <dsp:cNvPr id="0" name=""/>
        <dsp:cNvSpPr/>
      </dsp:nvSpPr>
      <dsp:spPr>
        <a:xfrm>
          <a:off x="8092" y="2001761"/>
          <a:ext cx="2320312" cy="961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Faz </a:t>
          </a:r>
          <a:r>
            <a:rPr lang="en-US" sz="1700" kern="1200" noProof="0" dirty="0" err="1"/>
            <a:t>uma</a:t>
          </a:r>
          <a:r>
            <a:rPr lang="en-US" sz="1700" kern="1200" noProof="0" dirty="0"/>
            <a:t> </a:t>
          </a:r>
          <a:r>
            <a:rPr lang="en-US" sz="1700" kern="1200" noProof="0" dirty="0" err="1"/>
            <a:t>sequência</a:t>
          </a:r>
          <a:r>
            <a:rPr lang="en-US" sz="1700" kern="1200" noProof="0" dirty="0"/>
            <a:t>, </a:t>
          </a:r>
          <a:r>
            <a:rPr lang="en-US" sz="1700" kern="1200" noProof="0" dirty="0" err="1"/>
            <a:t>batendo</a:t>
          </a:r>
          <a:r>
            <a:rPr lang="en-US" sz="1700" kern="1200" noProof="0" dirty="0"/>
            <a:t> </a:t>
          </a:r>
          <a:r>
            <a:rPr lang="en-US" sz="1700" kern="1200" noProof="0" dirty="0" err="1"/>
            <a:t>nas</a:t>
          </a:r>
          <a:r>
            <a:rPr lang="en-US" sz="1700" kern="1200" noProof="0" dirty="0"/>
            <a:t> </a:t>
          </a:r>
          <a:r>
            <a:rPr lang="en-US" sz="1700" kern="1200" noProof="0" dirty="0" err="1"/>
            <a:t>portas</a:t>
          </a:r>
          <a:r>
            <a:rPr lang="en-US" sz="1700" kern="1200" noProof="0" dirty="0"/>
            <a:t> do </a:t>
          </a:r>
          <a:r>
            <a:rPr lang="en-US" sz="1700" kern="1200" noProof="0" dirty="0" err="1"/>
            <a:t>alvo</a:t>
          </a:r>
          <a:r>
            <a:rPr lang="en-US" sz="1700" kern="1200" noProof="0" dirty="0"/>
            <a:t>, para </a:t>
          </a:r>
          <a:r>
            <a:rPr lang="en-US" sz="1700" kern="1200" noProof="0" dirty="0" err="1"/>
            <a:t>obter</a:t>
          </a:r>
          <a:r>
            <a:rPr lang="en-US" sz="1700" kern="1200" noProof="0" dirty="0"/>
            <a:t> </a:t>
          </a:r>
          <a:r>
            <a:rPr lang="en-US" sz="1700" kern="1200" noProof="0" dirty="0" err="1"/>
            <a:t>acesso</a:t>
          </a:r>
          <a:r>
            <a:rPr lang="en-US" sz="1700" kern="1200" noProof="0" dirty="0"/>
            <a:t> </a:t>
          </a:r>
          <a:r>
            <a:rPr lang="en-US" sz="1700" kern="1200" noProof="0" dirty="0" err="1"/>
            <a:t>por</a:t>
          </a:r>
          <a:r>
            <a:rPr lang="en-US" sz="1700" kern="1200" noProof="0" dirty="0"/>
            <a:t> SSH, </a:t>
          </a:r>
          <a:r>
            <a:rPr lang="en-US" sz="1700" kern="1200" noProof="0" dirty="0" err="1"/>
            <a:t>por</a:t>
          </a:r>
          <a:r>
            <a:rPr lang="en-US" sz="1700" kern="1200" noProof="0" dirty="0"/>
            <a:t> </a:t>
          </a:r>
          <a:r>
            <a:rPr lang="en-US" sz="1700" kern="1200" noProof="0" dirty="0" err="1"/>
            <a:t>exemplo</a:t>
          </a:r>
          <a:endParaRPr lang="en-US" sz="1700" kern="1200" noProof="0" dirty="0"/>
        </a:p>
      </dsp:txBody>
      <dsp:txXfrm>
        <a:off x="8092" y="2001761"/>
        <a:ext cx="2320312" cy="961659"/>
      </dsp:txXfrm>
    </dsp:sp>
    <dsp:sp modelId="{C8DDDE1F-AA94-4661-B67F-1AB8D9AE2AD3}">
      <dsp:nvSpPr>
        <dsp:cNvPr id="0" name=""/>
        <dsp:cNvSpPr/>
      </dsp:nvSpPr>
      <dsp:spPr>
        <a:xfrm>
          <a:off x="2734460" y="698942"/>
          <a:ext cx="812109" cy="812109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4175F-6BBF-4013-B85A-7BE99170CB5B}">
      <dsp:nvSpPr>
        <dsp:cNvPr id="0" name=""/>
        <dsp:cNvSpPr/>
      </dsp:nvSpPr>
      <dsp:spPr>
        <a:xfrm>
          <a:off x="2734460" y="1608424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Input:  </a:t>
          </a:r>
        </a:p>
      </dsp:txBody>
      <dsp:txXfrm>
        <a:off x="2734460" y="1608424"/>
        <a:ext cx="2320312" cy="348046"/>
      </dsp:txXfrm>
    </dsp:sp>
    <dsp:sp modelId="{0058EF28-B07A-4D6F-A26A-BB9D88610D5F}">
      <dsp:nvSpPr>
        <dsp:cNvPr id="0" name=""/>
        <dsp:cNvSpPr/>
      </dsp:nvSpPr>
      <dsp:spPr>
        <a:xfrm>
          <a:off x="2734460" y="2001761"/>
          <a:ext cx="2320312" cy="961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IP, </a:t>
          </a:r>
          <a:r>
            <a:rPr lang="en-US" sz="1700" kern="1200" noProof="0" dirty="0" err="1"/>
            <a:t>Número</a:t>
          </a:r>
          <a:r>
            <a:rPr lang="en-US" sz="1700" kern="1200" noProof="0" dirty="0"/>
            <a:t> de Portas e </a:t>
          </a:r>
          <a:r>
            <a:rPr lang="en-US" sz="1700" kern="1200" noProof="0" dirty="0" err="1"/>
            <a:t>Sequência</a:t>
          </a:r>
          <a:endParaRPr lang="en-US" sz="1700" kern="1200" noProof="0" dirty="0"/>
        </a:p>
      </dsp:txBody>
      <dsp:txXfrm>
        <a:off x="2734460" y="2001761"/>
        <a:ext cx="2320312" cy="961659"/>
      </dsp:txXfrm>
    </dsp:sp>
    <dsp:sp modelId="{3748B747-DD73-4C7C-93F6-5DC682EE6416}">
      <dsp:nvSpPr>
        <dsp:cNvPr id="0" name=""/>
        <dsp:cNvSpPr/>
      </dsp:nvSpPr>
      <dsp:spPr>
        <a:xfrm>
          <a:off x="5460827" y="698942"/>
          <a:ext cx="812109" cy="812109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4B4868-0669-4DC2-81E8-330156DDAB07}">
      <dsp:nvSpPr>
        <dsp:cNvPr id="0" name=""/>
        <dsp:cNvSpPr/>
      </dsp:nvSpPr>
      <dsp:spPr>
        <a:xfrm>
          <a:off x="5460827" y="1608424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Output: </a:t>
          </a:r>
        </a:p>
      </dsp:txBody>
      <dsp:txXfrm>
        <a:off x="5460827" y="1608424"/>
        <a:ext cx="2320312" cy="348046"/>
      </dsp:txXfrm>
    </dsp:sp>
    <dsp:sp modelId="{ED5418AF-C5B0-416D-A102-1FB0FFAD5C1E}">
      <dsp:nvSpPr>
        <dsp:cNvPr id="0" name=""/>
        <dsp:cNvSpPr/>
      </dsp:nvSpPr>
      <dsp:spPr>
        <a:xfrm>
          <a:off x="5460827" y="2001761"/>
          <a:ext cx="2320312" cy="961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Se a </a:t>
          </a:r>
          <a:r>
            <a:rPr lang="en-US" sz="1700" kern="1200" noProof="0" dirty="0" err="1"/>
            <a:t>sequência</a:t>
          </a:r>
          <a:r>
            <a:rPr lang="en-US" sz="1700" kern="1200" noProof="0" dirty="0"/>
            <a:t> for </a:t>
          </a:r>
          <a:r>
            <a:rPr lang="en-US" sz="1700" kern="1200" noProof="0" dirty="0" err="1"/>
            <a:t>correta</a:t>
          </a:r>
          <a:r>
            <a:rPr lang="en-US" sz="1700" kern="1200" noProof="0" dirty="0"/>
            <a:t>, </a:t>
          </a:r>
          <a:r>
            <a:rPr lang="en-US" sz="1700" kern="1200" noProof="0" dirty="0" err="1"/>
            <a:t>garante</a:t>
          </a:r>
          <a:r>
            <a:rPr lang="en-US" sz="1700" kern="1200" noProof="0" dirty="0"/>
            <a:t> </a:t>
          </a:r>
          <a:r>
            <a:rPr lang="en-US" sz="1700" kern="1200" noProof="0" dirty="0" err="1"/>
            <a:t>acesso</a:t>
          </a:r>
          <a:r>
            <a:rPr lang="en-US" sz="1700" kern="1200" noProof="0" dirty="0"/>
            <a:t> </a:t>
          </a:r>
          <a:r>
            <a:rPr lang="en-US" sz="1700" kern="1200" noProof="0" dirty="0" err="1"/>
            <a:t>ao</a:t>
          </a:r>
          <a:r>
            <a:rPr lang="en-US" sz="1700" kern="1200" noProof="0" dirty="0"/>
            <a:t> </a:t>
          </a:r>
          <a:r>
            <a:rPr lang="en-US" sz="1700" kern="1200" noProof="0" dirty="0" err="1"/>
            <a:t>servidor</a:t>
          </a:r>
          <a:endParaRPr lang="en-US" sz="1700" kern="1200" noProof="0" dirty="0"/>
        </a:p>
      </dsp:txBody>
      <dsp:txXfrm>
        <a:off x="5460827" y="2001761"/>
        <a:ext cx="2320312" cy="961659"/>
      </dsp:txXfrm>
    </dsp:sp>
    <dsp:sp modelId="{6706BEC2-ECDA-4C7C-AD37-3C709CC7D09F}">
      <dsp:nvSpPr>
        <dsp:cNvPr id="0" name=""/>
        <dsp:cNvSpPr/>
      </dsp:nvSpPr>
      <dsp:spPr>
        <a:xfrm>
          <a:off x="8187194" y="698942"/>
          <a:ext cx="812109" cy="812109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16EBD0-7EB4-4445-B825-6F6EE4F08927}">
      <dsp:nvSpPr>
        <dsp:cNvPr id="0" name=""/>
        <dsp:cNvSpPr/>
      </dsp:nvSpPr>
      <dsp:spPr>
        <a:xfrm>
          <a:off x="8187194" y="1608424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noProof="0" dirty="0"/>
            <a:t>Feito: </a:t>
          </a:r>
        </a:p>
      </dsp:txBody>
      <dsp:txXfrm>
        <a:off x="8187194" y="1608424"/>
        <a:ext cx="2320312" cy="348046"/>
      </dsp:txXfrm>
    </dsp:sp>
    <dsp:sp modelId="{615035C8-A8FE-454E-9B5A-DF582E1CC836}">
      <dsp:nvSpPr>
        <dsp:cNvPr id="0" name=""/>
        <dsp:cNvSpPr/>
      </dsp:nvSpPr>
      <dsp:spPr>
        <a:xfrm>
          <a:off x="8187194" y="2001761"/>
          <a:ext cx="2320312" cy="961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 err="1"/>
            <a:t>Scapy</a:t>
          </a:r>
          <a:endParaRPr lang="en-US" sz="1700" kern="1200" noProof="0" dirty="0"/>
        </a:p>
      </dsp:txBody>
      <dsp:txXfrm>
        <a:off x="8187194" y="2001761"/>
        <a:ext cx="2320312" cy="96165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E5DF6-DC4E-4A93-BECE-F8E8AF29C183}">
      <dsp:nvSpPr>
        <dsp:cNvPr id="0" name=""/>
        <dsp:cNvSpPr/>
      </dsp:nvSpPr>
      <dsp:spPr>
        <a:xfrm>
          <a:off x="13219" y="131813"/>
          <a:ext cx="811316" cy="752915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7A25C0-BF4D-4E17-AFB3-23FE8C6222A2}">
      <dsp:nvSpPr>
        <dsp:cNvPr id="0" name=""/>
        <dsp:cNvSpPr/>
      </dsp:nvSpPr>
      <dsp:spPr>
        <a:xfrm>
          <a:off x="13219" y="1030874"/>
          <a:ext cx="2318046" cy="322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noProof="0" dirty="0"/>
            <a:t>O </a:t>
          </a:r>
          <a:r>
            <a:rPr lang="en-US" sz="2300" kern="1200" noProof="0" dirty="0" err="1"/>
            <a:t>que</a:t>
          </a:r>
          <a:r>
            <a:rPr lang="en-US" sz="2300" kern="1200" noProof="0" dirty="0"/>
            <a:t> é? </a:t>
          </a:r>
        </a:p>
      </dsp:txBody>
      <dsp:txXfrm>
        <a:off x="13219" y="1030874"/>
        <a:ext cx="2318046" cy="322678"/>
      </dsp:txXfrm>
    </dsp:sp>
    <dsp:sp modelId="{B1D94900-7450-4DFE-8E03-262194EB7769}">
      <dsp:nvSpPr>
        <dsp:cNvPr id="0" name=""/>
        <dsp:cNvSpPr/>
      </dsp:nvSpPr>
      <dsp:spPr>
        <a:xfrm>
          <a:off x="13219" y="1421527"/>
          <a:ext cx="2318046" cy="2109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Serve para </a:t>
          </a:r>
          <a:r>
            <a:rPr lang="en-US" sz="1700" kern="1200" noProof="0" dirty="0" err="1"/>
            <a:t>armazenar</a:t>
          </a:r>
          <a:r>
            <a:rPr lang="en-US" sz="1700" kern="1200" noProof="0" dirty="0"/>
            <a:t> </a:t>
          </a:r>
          <a:r>
            <a:rPr lang="en-US" sz="1700" kern="1200" noProof="0" dirty="0" err="1"/>
            <a:t>credenciais</a:t>
          </a:r>
          <a:r>
            <a:rPr lang="en-US" sz="1700" kern="1200" noProof="0" dirty="0"/>
            <a:t> de </a:t>
          </a:r>
          <a:r>
            <a:rPr lang="en-US" sz="1700" kern="1200" noProof="0" dirty="0" err="1"/>
            <a:t>início</a:t>
          </a:r>
          <a:r>
            <a:rPr lang="en-US" sz="1700" kern="1200" noProof="0" dirty="0"/>
            <a:t> de </a:t>
          </a:r>
          <a:r>
            <a:rPr lang="en-US" sz="1700" kern="1200" noProof="0" dirty="0" err="1"/>
            <a:t>sessão</a:t>
          </a:r>
          <a:r>
            <a:rPr lang="en-US" sz="1700" kern="1200" noProof="0" dirty="0"/>
            <a:t>, </a:t>
          </a:r>
          <a:r>
            <a:rPr lang="en-US" sz="1700" kern="1200" noProof="0" dirty="0" err="1"/>
            <a:t>podendo</a:t>
          </a:r>
          <a:r>
            <a:rPr lang="en-US" sz="1700" kern="1200" noProof="0" dirty="0"/>
            <a:t> </a:t>
          </a:r>
          <a:r>
            <a:rPr lang="en-US" sz="1700" kern="1200" noProof="0" dirty="0" err="1"/>
            <a:t>visualizar</a:t>
          </a:r>
          <a:r>
            <a:rPr lang="en-US" sz="1700" kern="1200" noProof="0" dirty="0"/>
            <a:t>, </a:t>
          </a:r>
          <a:r>
            <a:rPr lang="en-US" sz="1700" kern="1200" noProof="0" dirty="0" err="1"/>
            <a:t>editar</a:t>
          </a:r>
          <a:r>
            <a:rPr lang="en-US" sz="1700" kern="1200" noProof="0" dirty="0"/>
            <a:t> </a:t>
          </a:r>
          <a:r>
            <a:rPr lang="en-US" sz="1700" kern="1200" noProof="0" dirty="0" err="1"/>
            <a:t>ou</a:t>
          </a:r>
          <a:r>
            <a:rPr lang="en-US" sz="1700" kern="1200" noProof="0" dirty="0"/>
            <a:t> remover com 2FA</a:t>
          </a:r>
        </a:p>
      </dsp:txBody>
      <dsp:txXfrm>
        <a:off x="13219" y="1421527"/>
        <a:ext cx="2318046" cy="2109021"/>
      </dsp:txXfrm>
    </dsp:sp>
    <dsp:sp modelId="{C8DDDE1F-AA94-4661-B67F-1AB8D9AE2AD3}">
      <dsp:nvSpPr>
        <dsp:cNvPr id="0" name=""/>
        <dsp:cNvSpPr/>
      </dsp:nvSpPr>
      <dsp:spPr>
        <a:xfrm>
          <a:off x="2736924" y="131813"/>
          <a:ext cx="811316" cy="752915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4175F-6BBF-4013-B85A-7BE99170CB5B}">
      <dsp:nvSpPr>
        <dsp:cNvPr id="0" name=""/>
        <dsp:cNvSpPr/>
      </dsp:nvSpPr>
      <dsp:spPr>
        <a:xfrm>
          <a:off x="2736924" y="1030874"/>
          <a:ext cx="2318046" cy="322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noProof="0" dirty="0"/>
            <a:t>Input:  </a:t>
          </a:r>
        </a:p>
      </dsp:txBody>
      <dsp:txXfrm>
        <a:off x="2736924" y="1030874"/>
        <a:ext cx="2318046" cy="322678"/>
      </dsp:txXfrm>
    </dsp:sp>
    <dsp:sp modelId="{0058EF28-B07A-4D6F-A26A-BB9D88610D5F}">
      <dsp:nvSpPr>
        <dsp:cNvPr id="0" name=""/>
        <dsp:cNvSpPr/>
      </dsp:nvSpPr>
      <dsp:spPr>
        <a:xfrm>
          <a:off x="2736924" y="1421527"/>
          <a:ext cx="2318046" cy="2109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Se </a:t>
          </a:r>
          <a:r>
            <a:rPr lang="en-US" sz="1700" kern="1200" noProof="0" dirty="0" err="1"/>
            <a:t>adicionar</a:t>
          </a:r>
          <a:r>
            <a:rPr lang="en-US" sz="1700" kern="1200" noProof="0" dirty="0"/>
            <a:t>: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URL, user, password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Para </a:t>
          </a:r>
          <a:r>
            <a:rPr lang="en-US" sz="1700" kern="1200" noProof="0" dirty="0" err="1"/>
            <a:t>visualizar</a:t>
          </a:r>
          <a:r>
            <a:rPr lang="en-US" sz="1700" kern="1200" noProof="0" dirty="0"/>
            <a:t>: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2FA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Se </a:t>
          </a:r>
          <a:r>
            <a:rPr lang="en-US" sz="1700" kern="1200" noProof="0" dirty="0" err="1"/>
            <a:t>editar</a:t>
          </a:r>
          <a:r>
            <a:rPr lang="en-US" sz="1700" kern="1200" noProof="0" dirty="0"/>
            <a:t>: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2FA, id, o </a:t>
          </a:r>
          <a:r>
            <a:rPr lang="en-US" sz="1700" kern="1200" noProof="0" dirty="0" err="1"/>
            <a:t>deseja</a:t>
          </a:r>
          <a:r>
            <a:rPr lang="en-US" sz="1700" kern="1200" noProof="0" dirty="0"/>
            <a:t> </a:t>
          </a:r>
          <a:r>
            <a:rPr lang="en-US" sz="1700" kern="1200" noProof="0" dirty="0" err="1"/>
            <a:t>alterar</a:t>
          </a:r>
          <a:endParaRPr lang="en-US" sz="1700" kern="1200" noProof="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Se remover: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2FA, id</a:t>
          </a:r>
        </a:p>
      </dsp:txBody>
      <dsp:txXfrm>
        <a:off x="2736924" y="1421527"/>
        <a:ext cx="2318046" cy="2109021"/>
      </dsp:txXfrm>
    </dsp:sp>
    <dsp:sp modelId="{3748B747-DD73-4C7C-93F6-5DC682EE6416}">
      <dsp:nvSpPr>
        <dsp:cNvPr id="0" name=""/>
        <dsp:cNvSpPr/>
      </dsp:nvSpPr>
      <dsp:spPr>
        <a:xfrm>
          <a:off x="5460629" y="131813"/>
          <a:ext cx="811316" cy="752915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4B4868-0669-4DC2-81E8-330156DDAB07}">
      <dsp:nvSpPr>
        <dsp:cNvPr id="0" name=""/>
        <dsp:cNvSpPr/>
      </dsp:nvSpPr>
      <dsp:spPr>
        <a:xfrm>
          <a:off x="5460629" y="1030874"/>
          <a:ext cx="2318046" cy="322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noProof="0" dirty="0"/>
            <a:t>Output: </a:t>
          </a:r>
        </a:p>
      </dsp:txBody>
      <dsp:txXfrm>
        <a:off x="5460629" y="1030874"/>
        <a:ext cx="2318046" cy="322678"/>
      </dsp:txXfrm>
    </dsp:sp>
    <dsp:sp modelId="{ED5418AF-C5B0-416D-A102-1FB0FFAD5C1E}">
      <dsp:nvSpPr>
        <dsp:cNvPr id="0" name=""/>
        <dsp:cNvSpPr/>
      </dsp:nvSpPr>
      <dsp:spPr>
        <a:xfrm>
          <a:off x="5460629" y="1421527"/>
          <a:ext cx="2318046" cy="2109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 err="1"/>
            <a:t>Armazenamento</a:t>
          </a:r>
          <a:r>
            <a:rPr lang="en-US" sz="1700" kern="1200" noProof="0" dirty="0"/>
            <a:t> e </a:t>
          </a:r>
          <a:r>
            <a:rPr lang="en-US" sz="1700" kern="1200" noProof="0" dirty="0" err="1"/>
            <a:t>Visualização</a:t>
          </a:r>
          <a:r>
            <a:rPr lang="en-US" sz="1700" kern="1200" noProof="0" dirty="0"/>
            <a:t> </a:t>
          </a:r>
          <a:r>
            <a:rPr lang="en-US" sz="1700" kern="1200" noProof="0" dirty="0" err="1"/>
            <a:t>segura</a:t>
          </a:r>
          <a:r>
            <a:rPr lang="en-US" sz="1700" kern="1200" noProof="0" dirty="0"/>
            <a:t> das </a:t>
          </a:r>
          <a:r>
            <a:rPr lang="en-US" sz="1700" kern="1200" noProof="0" dirty="0" err="1"/>
            <a:t>credenciais</a:t>
          </a:r>
          <a:r>
            <a:rPr lang="en-US" sz="1700" kern="1200" noProof="0" dirty="0"/>
            <a:t> </a:t>
          </a:r>
        </a:p>
      </dsp:txBody>
      <dsp:txXfrm>
        <a:off x="5460629" y="1421527"/>
        <a:ext cx="2318046" cy="2109021"/>
      </dsp:txXfrm>
    </dsp:sp>
    <dsp:sp modelId="{6706BEC2-ECDA-4C7C-AD37-3C709CC7D09F}">
      <dsp:nvSpPr>
        <dsp:cNvPr id="0" name=""/>
        <dsp:cNvSpPr/>
      </dsp:nvSpPr>
      <dsp:spPr>
        <a:xfrm>
          <a:off x="8184333" y="131813"/>
          <a:ext cx="811316" cy="752915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16EBD0-7EB4-4445-B825-6F6EE4F08927}">
      <dsp:nvSpPr>
        <dsp:cNvPr id="0" name=""/>
        <dsp:cNvSpPr/>
      </dsp:nvSpPr>
      <dsp:spPr>
        <a:xfrm>
          <a:off x="8184333" y="1030874"/>
          <a:ext cx="2318046" cy="322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noProof="0" dirty="0"/>
            <a:t>Feito: </a:t>
          </a:r>
        </a:p>
      </dsp:txBody>
      <dsp:txXfrm>
        <a:off x="8184333" y="1030874"/>
        <a:ext cx="2318046" cy="322678"/>
      </dsp:txXfrm>
    </dsp:sp>
    <dsp:sp modelId="{615035C8-A8FE-454E-9B5A-DF582E1CC836}">
      <dsp:nvSpPr>
        <dsp:cNvPr id="0" name=""/>
        <dsp:cNvSpPr/>
      </dsp:nvSpPr>
      <dsp:spPr>
        <a:xfrm>
          <a:off x="8184333" y="1421527"/>
          <a:ext cx="2318046" cy="2109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 err="1"/>
            <a:t>Pyotp</a:t>
          </a:r>
          <a:r>
            <a:rPr lang="en-US" sz="1700" kern="1200" noProof="0" dirty="0"/>
            <a:t>, </a:t>
          </a:r>
          <a:r>
            <a:rPr lang="en-US" sz="1700" kern="1200" noProof="0" dirty="0" err="1"/>
            <a:t>QRcode</a:t>
          </a:r>
          <a:r>
            <a:rPr lang="en-US" sz="1700" kern="1200" noProof="0" dirty="0"/>
            <a:t>, sqlite3,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 err="1"/>
            <a:t>criptography</a:t>
          </a:r>
          <a:r>
            <a:rPr lang="en-US" sz="1700" kern="1200" noProof="0" dirty="0"/>
            <a:t> </a:t>
          </a:r>
        </a:p>
      </dsp:txBody>
      <dsp:txXfrm>
        <a:off x="8184333" y="1421527"/>
        <a:ext cx="2318046" cy="210902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E5DF6-DC4E-4A93-BECE-F8E8AF29C183}">
      <dsp:nvSpPr>
        <dsp:cNvPr id="0" name=""/>
        <dsp:cNvSpPr/>
      </dsp:nvSpPr>
      <dsp:spPr>
        <a:xfrm>
          <a:off x="13219" y="100672"/>
          <a:ext cx="811316" cy="766712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7A25C0-BF4D-4E17-AFB3-23FE8C6222A2}">
      <dsp:nvSpPr>
        <dsp:cNvPr id="0" name=""/>
        <dsp:cNvSpPr/>
      </dsp:nvSpPr>
      <dsp:spPr>
        <a:xfrm>
          <a:off x="13219" y="1016208"/>
          <a:ext cx="2318046" cy="328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noProof="0" dirty="0"/>
            <a:t>O </a:t>
          </a:r>
          <a:r>
            <a:rPr lang="en-US" sz="2300" kern="1200" noProof="0" dirty="0" err="1"/>
            <a:t>que</a:t>
          </a:r>
          <a:r>
            <a:rPr lang="en-US" sz="2300" kern="1200" noProof="0" dirty="0"/>
            <a:t> é? </a:t>
          </a:r>
        </a:p>
      </dsp:txBody>
      <dsp:txXfrm>
        <a:off x="13219" y="1016208"/>
        <a:ext cx="2318046" cy="328591"/>
      </dsp:txXfrm>
    </dsp:sp>
    <dsp:sp modelId="{B1D94900-7450-4DFE-8E03-262194EB7769}">
      <dsp:nvSpPr>
        <dsp:cNvPr id="0" name=""/>
        <dsp:cNvSpPr/>
      </dsp:nvSpPr>
      <dsp:spPr>
        <a:xfrm>
          <a:off x="13219" y="1414020"/>
          <a:ext cx="2318046" cy="214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Serve para </a:t>
          </a:r>
          <a:r>
            <a:rPr lang="en-US" sz="1700" kern="1200" noProof="0" dirty="0" err="1"/>
            <a:t>armazenar</a:t>
          </a:r>
          <a:r>
            <a:rPr lang="en-US" sz="1700" kern="1200" noProof="0" dirty="0"/>
            <a:t>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 err="1"/>
            <a:t>Mensagens</a:t>
          </a:r>
          <a:r>
            <a:rPr lang="en-US" sz="1700" kern="1200" noProof="0" dirty="0"/>
            <a:t> entre o </a:t>
          </a:r>
          <a:r>
            <a:rPr lang="en-US" sz="1700" kern="1200" noProof="0" dirty="0" err="1"/>
            <a:t>servidor</a:t>
          </a:r>
          <a:r>
            <a:rPr lang="en-US" sz="1700" kern="1200" noProof="0" dirty="0"/>
            <a:t> e o </a:t>
          </a:r>
          <a:r>
            <a:rPr lang="en-US" sz="1700" kern="1200" noProof="0" dirty="0" err="1"/>
            <a:t>cliente</a:t>
          </a:r>
          <a:endParaRPr lang="en-US" sz="1700" kern="1200" noProof="0" dirty="0"/>
        </a:p>
      </dsp:txBody>
      <dsp:txXfrm>
        <a:off x="13219" y="1414020"/>
        <a:ext cx="2318046" cy="2147670"/>
      </dsp:txXfrm>
    </dsp:sp>
    <dsp:sp modelId="{C8DDDE1F-AA94-4661-B67F-1AB8D9AE2AD3}">
      <dsp:nvSpPr>
        <dsp:cNvPr id="0" name=""/>
        <dsp:cNvSpPr/>
      </dsp:nvSpPr>
      <dsp:spPr>
        <a:xfrm>
          <a:off x="2736924" y="100672"/>
          <a:ext cx="811316" cy="766712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4175F-6BBF-4013-B85A-7BE99170CB5B}">
      <dsp:nvSpPr>
        <dsp:cNvPr id="0" name=""/>
        <dsp:cNvSpPr/>
      </dsp:nvSpPr>
      <dsp:spPr>
        <a:xfrm>
          <a:off x="2736924" y="1016208"/>
          <a:ext cx="2318046" cy="328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noProof="0" dirty="0"/>
            <a:t>Input:  </a:t>
          </a:r>
        </a:p>
      </dsp:txBody>
      <dsp:txXfrm>
        <a:off x="2736924" y="1016208"/>
        <a:ext cx="2318046" cy="328591"/>
      </dsp:txXfrm>
    </dsp:sp>
    <dsp:sp modelId="{0058EF28-B07A-4D6F-A26A-BB9D88610D5F}">
      <dsp:nvSpPr>
        <dsp:cNvPr id="0" name=""/>
        <dsp:cNvSpPr/>
      </dsp:nvSpPr>
      <dsp:spPr>
        <a:xfrm>
          <a:off x="2736924" y="1414020"/>
          <a:ext cx="2318046" cy="214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Se </a:t>
          </a:r>
          <a:r>
            <a:rPr lang="en-US" sz="1700" kern="1200" noProof="0" dirty="0" err="1"/>
            <a:t>enviar</a:t>
          </a:r>
          <a:r>
            <a:rPr lang="en-US" sz="1700" kern="1200" noProof="0" dirty="0"/>
            <a:t> </a:t>
          </a:r>
          <a:r>
            <a:rPr lang="en-US" sz="1700" kern="1200" noProof="0" dirty="0" err="1"/>
            <a:t>mensagem</a:t>
          </a:r>
          <a:r>
            <a:rPr lang="en-US" sz="1700" kern="1200" noProof="0" dirty="0"/>
            <a:t>: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 err="1"/>
            <a:t>Opção</a:t>
          </a:r>
          <a:r>
            <a:rPr lang="en-US" sz="1700" kern="1200" noProof="0" dirty="0"/>
            <a:t> 1:  E </a:t>
          </a:r>
          <a:r>
            <a:rPr lang="en-US" sz="1700" kern="1200" noProof="0" dirty="0" err="1"/>
            <a:t>escrever</a:t>
          </a:r>
          <a:r>
            <a:rPr lang="en-US" sz="1700" kern="1200" noProof="0" dirty="0"/>
            <a:t> a </a:t>
          </a:r>
          <a:r>
            <a:rPr lang="en-US" sz="1700" kern="1200" noProof="0" dirty="0" err="1"/>
            <a:t>mensagem</a:t>
          </a:r>
          <a:endParaRPr lang="en-US" sz="1700" kern="1200" noProof="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Para </a:t>
          </a:r>
          <a:r>
            <a:rPr lang="en-US" sz="1700" kern="1200" noProof="0" dirty="0" err="1"/>
            <a:t>visualizar</a:t>
          </a:r>
          <a:r>
            <a:rPr lang="en-US" sz="1700" kern="1200" noProof="0" dirty="0"/>
            <a:t>: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 err="1"/>
            <a:t>Opção</a:t>
          </a:r>
          <a:r>
            <a:rPr lang="en-US" sz="1700" kern="1200" noProof="0" dirty="0"/>
            <a:t> 2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Se remover: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 err="1"/>
            <a:t>Opção</a:t>
          </a:r>
          <a:r>
            <a:rPr lang="en-US" sz="1700" kern="1200" noProof="0" dirty="0"/>
            <a:t> 3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noProof="0" dirty="0"/>
        </a:p>
      </dsp:txBody>
      <dsp:txXfrm>
        <a:off x="2736924" y="1414020"/>
        <a:ext cx="2318046" cy="2147670"/>
      </dsp:txXfrm>
    </dsp:sp>
    <dsp:sp modelId="{3748B747-DD73-4C7C-93F6-5DC682EE6416}">
      <dsp:nvSpPr>
        <dsp:cNvPr id="0" name=""/>
        <dsp:cNvSpPr/>
      </dsp:nvSpPr>
      <dsp:spPr>
        <a:xfrm>
          <a:off x="5460629" y="100672"/>
          <a:ext cx="811316" cy="766712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4B4868-0669-4DC2-81E8-330156DDAB07}">
      <dsp:nvSpPr>
        <dsp:cNvPr id="0" name=""/>
        <dsp:cNvSpPr/>
      </dsp:nvSpPr>
      <dsp:spPr>
        <a:xfrm>
          <a:off x="5460629" y="1016208"/>
          <a:ext cx="2318046" cy="328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noProof="0" dirty="0"/>
            <a:t>Output: </a:t>
          </a:r>
        </a:p>
      </dsp:txBody>
      <dsp:txXfrm>
        <a:off x="5460629" y="1016208"/>
        <a:ext cx="2318046" cy="328591"/>
      </dsp:txXfrm>
    </dsp:sp>
    <dsp:sp modelId="{ED5418AF-C5B0-416D-A102-1FB0FFAD5C1E}">
      <dsp:nvSpPr>
        <dsp:cNvPr id="0" name=""/>
        <dsp:cNvSpPr/>
      </dsp:nvSpPr>
      <dsp:spPr>
        <a:xfrm>
          <a:off x="5460629" y="1414020"/>
          <a:ext cx="2318046" cy="214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 err="1"/>
            <a:t>Armazena</a:t>
          </a:r>
          <a:r>
            <a:rPr lang="en-US" sz="1700" kern="1200" noProof="0" dirty="0"/>
            <a:t> as </a:t>
          </a:r>
          <a:r>
            <a:rPr lang="en-US" sz="1700" kern="1200" noProof="0" dirty="0" err="1"/>
            <a:t>mensagens</a:t>
          </a:r>
          <a:r>
            <a:rPr lang="en-US" sz="1700" kern="1200" noProof="0" dirty="0"/>
            <a:t> de forma </a:t>
          </a:r>
          <a:r>
            <a:rPr lang="en-US" sz="1700" kern="1200" noProof="0" dirty="0" err="1"/>
            <a:t>segura</a:t>
          </a:r>
          <a:endParaRPr lang="en-US" sz="1700" kern="1200" noProof="0" dirty="0"/>
        </a:p>
      </dsp:txBody>
      <dsp:txXfrm>
        <a:off x="5460629" y="1414020"/>
        <a:ext cx="2318046" cy="2147670"/>
      </dsp:txXfrm>
    </dsp:sp>
    <dsp:sp modelId="{6706BEC2-ECDA-4C7C-AD37-3C709CC7D09F}">
      <dsp:nvSpPr>
        <dsp:cNvPr id="0" name=""/>
        <dsp:cNvSpPr/>
      </dsp:nvSpPr>
      <dsp:spPr>
        <a:xfrm>
          <a:off x="8184333" y="100672"/>
          <a:ext cx="811316" cy="766712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16EBD0-7EB4-4445-B825-6F6EE4F08927}">
      <dsp:nvSpPr>
        <dsp:cNvPr id="0" name=""/>
        <dsp:cNvSpPr/>
      </dsp:nvSpPr>
      <dsp:spPr>
        <a:xfrm>
          <a:off x="8184333" y="1016208"/>
          <a:ext cx="2318046" cy="328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noProof="0" dirty="0"/>
            <a:t>Feito: </a:t>
          </a:r>
        </a:p>
      </dsp:txBody>
      <dsp:txXfrm>
        <a:off x="8184333" y="1016208"/>
        <a:ext cx="2318046" cy="328591"/>
      </dsp:txXfrm>
    </dsp:sp>
    <dsp:sp modelId="{615035C8-A8FE-454E-9B5A-DF582E1CC836}">
      <dsp:nvSpPr>
        <dsp:cNvPr id="0" name=""/>
        <dsp:cNvSpPr/>
      </dsp:nvSpPr>
      <dsp:spPr>
        <a:xfrm>
          <a:off x="8184333" y="1414020"/>
          <a:ext cx="2318046" cy="214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Sockets, </a:t>
          </a:r>
          <a:r>
            <a:rPr lang="en-US" sz="1700" kern="1200" noProof="0" dirty="0" err="1"/>
            <a:t>criptography</a:t>
          </a:r>
          <a:endParaRPr lang="en-US" sz="1700" kern="1200" noProof="0" dirty="0"/>
        </a:p>
      </dsp:txBody>
      <dsp:txXfrm>
        <a:off x="8184333" y="1414020"/>
        <a:ext cx="2318046" cy="21476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866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15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17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05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65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60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92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481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544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62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860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55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40" r:id="rId8"/>
    <p:sldLayoutId id="2147483741" r:id="rId9"/>
    <p:sldLayoutId id="2147483742" r:id="rId10"/>
    <p:sldLayoutId id="214748375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8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9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ctangle 1035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38" name="Picture 1037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E8B2F707-EF35-4955-8439-F76145F3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DA476813-4CEE-408B-852D-3E51E30B1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 descr="Cultura de cibersegurança para minimizar riscos">
            <a:extLst>
              <a:ext uri="{FF2B5EF4-FFF2-40B4-BE49-F238E27FC236}">
                <a16:creationId xmlns:a16="http://schemas.microsoft.com/office/drawing/2014/main" id="{49E4E159-5115-4684-ED98-C2DA970C5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/>
          <a:stretch>
            <a:fillRect/>
          </a:stretch>
        </p:blipFill>
        <p:spPr bwMode="auto">
          <a:xfrm>
            <a:off x="20" y="10"/>
            <a:ext cx="12191980" cy="685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51F599F-62EC-0370-8EBC-31B882432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1253" y="-137534"/>
            <a:ext cx="6205919" cy="50182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noProof="0" dirty="0" err="1">
                <a:solidFill>
                  <a:srgbClr val="FFFFFF"/>
                </a:solidFill>
              </a:rPr>
              <a:t>Trabalho</a:t>
            </a:r>
            <a:r>
              <a:rPr lang="en-US" noProof="0" dirty="0">
                <a:solidFill>
                  <a:srgbClr val="FFFFFF"/>
                </a:solidFill>
              </a:rPr>
              <a:t> de </a:t>
            </a:r>
            <a:r>
              <a:rPr lang="en-US" noProof="0" dirty="0" err="1">
                <a:solidFill>
                  <a:srgbClr val="FFFFFF"/>
                </a:solidFill>
              </a:rPr>
              <a:t>Linguagens</a:t>
            </a:r>
            <a:r>
              <a:rPr lang="en-US" noProof="0" dirty="0">
                <a:solidFill>
                  <a:srgbClr val="FFFFFF"/>
                </a:solidFill>
              </a:rPr>
              <a:t> de </a:t>
            </a:r>
            <a:r>
              <a:rPr lang="en-US" noProof="0" dirty="0" err="1">
                <a:solidFill>
                  <a:srgbClr val="FFFFFF"/>
                </a:solidFill>
              </a:rPr>
              <a:t>Programação</a:t>
            </a:r>
            <a:r>
              <a:rPr lang="en-US" noProof="0" dirty="0">
                <a:solidFill>
                  <a:srgbClr val="FFFFFF"/>
                </a:solidFill>
              </a:rPr>
              <a:t> </a:t>
            </a:r>
            <a:r>
              <a:rPr lang="en-US" noProof="0" dirty="0" err="1">
                <a:solidFill>
                  <a:srgbClr val="FFFFFF"/>
                </a:solidFill>
              </a:rPr>
              <a:t>Dinâmicas</a:t>
            </a:r>
            <a:endParaRPr lang="en-US" noProof="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28119F-1F6A-D026-57F5-9EB623CF7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0" y="3982721"/>
            <a:ext cx="3790344" cy="28752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1800" noProof="0" dirty="0" err="1">
                <a:solidFill>
                  <a:srgbClr val="FFFFFF"/>
                </a:solidFill>
              </a:rPr>
              <a:t>Mestrado</a:t>
            </a:r>
            <a:r>
              <a:rPr lang="en-US" sz="1800" noProof="0" dirty="0">
                <a:solidFill>
                  <a:srgbClr val="FFFFFF"/>
                </a:solidFill>
              </a:rPr>
              <a:t> </a:t>
            </a:r>
            <a:r>
              <a:rPr lang="en-US" sz="1800" noProof="0" dirty="0" err="1">
                <a:solidFill>
                  <a:srgbClr val="FFFFFF"/>
                </a:solidFill>
              </a:rPr>
              <a:t>em</a:t>
            </a:r>
            <a:r>
              <a:rPr lang="en-US" sz="1800" noProof="0" dirty="0">
                <a:solidFill>
                  <a:srgbClr val="FFFFFF"/>
                </a:solidFill>
              </a:rPr>
              <a:t> </a:t>
            </a:r>
            <a:r>
              <a:rPr lang="en-US" sz="1800" noProof="0" dirty="0" err="1">
                <a:solidFill>
                  <a:srgbClr val="FFFFFF"/>
                </a:solidFill>
              </a:rPr>
              <a:t>Engenharia</a:t>
            </a:r>
            <a:r>
              <a:rPr lang="en-US" sz="1800" noProof="0" dirty="0">
                <a:solidFill>
                  <a:srgbClr val="FFFFFF"/>
                </a:solidFill>
              </a:rPr>
              <a:t> de </a:t>
            </a:r>
            <a:r>
              <a:rPr lang="en-US" sz="1800" noProof="0" dirty="0" err="1">
                <a:solidFill>
                  <a:srgbClr val="FFFFFF"/>
                </a:solidFill>
              </a:rPr>
              <a:t>Segurança</a:t>
            </a:r>
            <a:r>
              <a:rPr lang="en-US" sz="1800" noProof="0" dirty="0">
                <a:solidFill>
                  <a:srgbClr val="FFFFFF"/>
                </a:solidFill>
              </a:rPr>
              <a:t> </a:t>
            </a:r>
            <a:r>
              <a:rPr lang="en-US" sz="1800" noProof="0" dirty="0" err="1">
                <a:solidFill>
                  <a:srgbClr val="FFFFFF"/>
                </a:solidFill>
              </a:rPr>
              <a:t>Informática</a:t>
            </a:r>
            <a:br>
              <a:rPr lang="en-US" sz="1800" noProof="0" dirty="0">
                <a:solidFill>
                  <a:srgbClr val="FFFFFF"/>
                </a:solidFill>
              </a:rPr>
            </a:br>
            <a:r>
              <a:rPr lang="en-US" sz="1800" noProof="0" dirty="0">
                <a:solidFill>
                  <a:srgbClr val="FFFFFF"/>
                </a:solidFill>
              </a:rPr>
              <a:t>Feito </a:t>
            </a:r>
            <a:r>
              <a:rPr lang="en-US" sz="1800" noProof="0" dirty="0" err="1">
                <a:solidFill>
                  <a:srgbClr val="FFFFFF"/>
                </a:solidFill>
              </a:rPr>
              <a:t>por</a:t>
            </a:r>
            <a:r>
              <a:rPr lang="en-US" sz="1800" noProof="0" dirty="0">
                <a:solidFill>
                  <a:srgbClr val="FFFFFF"/>
                </a:solidFill>
              </a:rPr>
              <a:t>: </a:t>
            </a:r>
          </a:p>
          <a:p>
            <a:pPr algn="l"/>
            <a:r>
              <a:rPr lang="en-US" sz="1800" noProof="0" dirty="0">
                <a:solidFill>
                  <a:srgbClr val="FFFFFF"/>
                </a:solidFill>
              </a:rPr>
              <a:t>Paulo Abade – 23919</a:t>
            </a:r>
          </a:p>
          <a:p>
            <a:pPr algn="l"/>
            <a:r>
              <a:rPr lang="en-US" sz="1800" noProof="0" dirty="0" err="1">
                <a:solidFill>
                  <a:srgbClr val="FFFFFF"/>
                </a:solidFill>
              </a:rPr>
              <a:t>Docente</a:t>
            </a:r>
            <a:r>
              <a:rPr lang="en-US" sz="1800" noProof="0" dirty="0">
                <a:solidFill>
                  <a:srgbClr val="FFFFFF"/>
                </a:solidFill>
              </a:rPr>
              <a:t>:</a:t>
            </a:r>
          </a:p>
          <a:p>
            <a:pPr algn="l"/>
            <a:r>
              <a:rPr lang="en-US" sz="1800" noProof="0" dirty="0">
                <a:solidFill>
                  <a:srgbClr val="FFFFFF"/>
                </a:solidFill>
              </a:rPr>
              <a:t>Professor Armando Ventura</a:t>
            </a:r>
          </a:p>
        </p:txBody>
      </p:sp>
      <p:pic>
        <p:nvPicPr>
          <p:cNvPr id="7" name="Picture 4" descr="ESTIG">
            <a:extLst>
              <a:ext uri="{FF2B5EF4-FFF2-40B4-BE49-F238E27FC236}">
                <a16:creationId xmlns:a16="http://schemas.microsoft.com/office/drawing/2014/main" id="{D1522723-69A1-DE94-8C71-C9BB56C50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1412" y="531113"/>
            <a:ext cx="2927601" cy="1756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3554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DA1F5A-F3A8-40DA-ADE6-E0B4D99C8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95800" y="0"/>
            <a:ext cx="7693152" cy="6858000"/>
            <a:chOff x="4495800" y="0"/>
            <a:chExt cx="7693152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DDD0C04-CED1-41AA-B09D-56D69AC96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526FC46-8960-4F28-92D0-94C9F69A1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43054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0AB7D03-28A2-CF75-3E12-CBC704E0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noProof="0" dirty="0" err="1"/>
              <a:t>Perguntas</a:t>
            </a:r>
            <a:r>
              <a:rPr lang="en-US" noProof="0" dirty="0"/>
              <a:t> </a:t>
            </a:r>
            <a:r>
              <a:rPr lang="en-US" noProof="0" dirty="0" err="1"/>
              <a:t>Iniciais</a:t>
            </a:r>
            <a:endParaRPr lang="en-US" noProof="0" dirty="0"/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EFEE01AC-93AA-98B7-96A8-21DDA1C689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3979936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39690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45708-370D-B445-214A-FD9F329CC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Requisitos</a:t>
            </a:r>
            <a:endParaRPr lang="en-US" noProof="0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206B12B-BED0-A03C-987B-DEE47AE1A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Sistema </a:t>
            </a:r>
            <a:r>
              <a:rPr lang="en-US" noProof="0" dirty="0" err="1"/>
              <a:t>Operativo</a:t>
            </a:r>
            <a:r>
              <a:rPr lang="en-US" noProof="0" dirty="0"/>
              <a:t>: </a:t>
            </a:r>
          </a:p>
          <a:p>
            <a:pPr lvl="1"/>
            <a:r>
              <a:rPr lang="en-US" noProof="0" dirty="0" err="1"/>
              <a:t>Recomenda</a:t>
            </a:r>
            <a:r>
              <a:rPr lang="en-US" noProof="0" dirty="0"/>
              <a:t>-se Kali Linux</a:t>
            </a:r>
          </a:p>
          <a:p>
            <a:r>
              <a:rPr lang="en-US" noProof="0" dirty="0"/>
              <a:t>Python:</a:t>
            </a:r>
          </a:p>
          <a:p>
            <a:pPr lvl="1"/>
            <a:r>
              <a:rPr lang="en-US" noProof="0" dirty="0"/>
              <a:t>3.10 </a:t>
            </a:r>
            <a:r>
              <a:rPr lang="en-US" noProof="0" dirty="0" err="1"/>
              <a:t>ou</a:t>
            </a:r>
            <a:r>
              <a:rPr lang="en-US" noProof="0" dirty="0"/>
              <a:t> </a:t>
            </a:r>
            <a:r>
              <a:rPr lang="en-US" noProof="0" dirty="0" err="1"/>
              <a:t>mais</a:t>
            </a:r>
            <a:r>
              <a:rPr lang="en-US" noProof="0" dirty="0"/>
              <a:t> </a:t>
            </a:r>
            <a:r>
              <a:rPr lang="en-US" noProof="0" dirty="0" err="1"/>
              <a:t>recente</a:t>
            </a:r>
            <a:endParaRPr lang="en-US" noProof="0" dirty="0"/>
          </a:p>
          <a:p>
            <a:r>
              <a:rPr lang="en-US" noProof="0" dirty="0" err="1"/>
              <a:t>Instalação</a:t>
            </a:r>
            <a:r>
              <a:rPr lang="en-US" noProof="0" dirty="0"/>
              <a:t>:</a:t>
            </a:r>
          </a:p>
          <a:p>
            <a:pPr lvl="1"/>
            <a:r>
              <a:rPr lang="en-US" noProof="0" dirty="0"/>
              <a:t>Utilize o installer.sh </a:t>
            </a:r>
            <a:r>
              <a:rPr lang="en-US" noProof="0" dirty="0" err="1"/>
              <a:t>disponibilizado</a:t>
            </a:r>
            <a:endParaRPr lang="en-US" noProof="0" dirty="0"/>
          </a:p>
          <a:p>
            <a:r>
              <a:rPr lang="en-US" noProof="0" dirty="0"/>
              <a:t>AVISO: </a:t>
            </a:r>
          </a:p>
          <a:p>
            <a:pPr lvl="1"/>
            <a:r>
              <a:rPr lang="en-US" noProof="0" dirty="0" err="1"/>
              <a:t>Alguns</a:t>
            </a:r>
            <a:r>
              <a:rPr lang="en-US" noProof="0" dirty="0"/>
              <a:t> </a:t>
            </a:r>
            <a:r>
              <a:rPr lang="en-US" noProof="0" dirty="0" err="1"/>
              <a:t>destes</a:t>
            </a:r>
            <a:r>
              <a:rPr lang="en-US" noProof="0" dirty="0"/>
              <a:t> scripts </a:t>
            </a:r>
            <a:r>
              <a:rPr lang="en-US" noProof="0" dirty="0" err="1"/>
              <a:t>podem</a:t>
            </a:r>
            <a:r>
              <a:rPr lang="en-US" noProof="0" dirty="0"/>
              <a:t> </a:t>
            </a:r>
            <a:r>
              <a:rPr lang="en-US" noProof="0" dirty="0" err="1"/>
              <a:t>causar</a:t>
            </a:r>
            <a:r>
              <a:rPr lang="en-US" noProof="0" dirty="0"/>
              <a:t> </a:t>
            </a:r>
            <a:r>
              <a:rPr lang="en-US" noProof="0" dirty="0" err="1"/>
              <a:t>consequências</a:t>
            </a:r>
            <a:r>
              <a:rPr lang="en-US" noProof="0" dirty="0"/>
              <a:t> </a:t>
            </a:r>
            <a:r>
              <a:rPr lang="en-US" noProof="0" dirty="0" err="1"/>
              <a:t>legais</a:t>
            </a:r>
            <a:r>
              <a:rPr lang="en-US" noProof="0" dirty="0"/>
              <a:t> se </a:t>
            </a:r>
            <a:r>
              <a:rPr lang="en-US" noProof="0" dirty="0" err="1"/>
              <a:t>não</a:t>
            </a:r>
            <a:r>
              <a:rPr lang="en-US" noProof="0" dirty="0"/>
              <a:t> </a:t>
            </a:r>
            <a:r>
              <a:rPr lang="en-US" noProof="0" dirty="0" err="1"/>
              <a:t>forem</a:t>
            </a:r>
            <a:r>
              <a:rPr lang="en-US" noProof="0" dirty="0"/>
              <a:t> </a:t>
            </a:r>
            <a:r>
              <a:rPr lang="en-US" noProof="0" dirty="0" err="1"/>
              <a:t>utilizados</a:t>
            </a:r>
            <a:r>
              <a:rPr lang="en-US" noProof="0" dirty="0"/>
              <a:t> </a:t>
            </a:r>
            <a:r>
              <a:rPr lang="en-US" noProof="0" dirty="0" err="1"/>
              <a:t>em</a:t>
            </a:r>
            <a:r>
              <a:rPr lang="en-US" noProof="0" dirty="0"/>
              <a:t> um </a:t>
            </a:r>
            <a:r>
              <a:rPr lang="en-US" noProof="0" dirty="0" err="1"/>
              <a:t>ambiente</a:t>
            </a:r>
            <a:r>
              <a:rPr lang="en-US" noProof="0" dirty="0"/>
              <a:t> </a:t>
            </a:r>
            <a:r>
              <a:rPr lang="en-US" noProof="0" dirty="0" err="1"/>
              <a:t>controlado</a:t>
            </a:r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3409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AB7BDB5-BE0D-446B-AA57-16A1D859E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3048" y="1"/>
            <a:ext cx="5236971" cy="6858000"/>
            <a:chOff x="20829" y="1"/>
            <a:chExt cx="5236971" cy="685799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908FD00-E296-493C-89F7-EE7DB15D20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29" y="692703"/>
              <a:ext cx="5236971" cy="616529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E9000E1-E55C-4724-B0E8-CC588826F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54" b="19117"/>
            <a:stretch/>
          </p:blipFill>
          <p:spPr>
            <a:xfrm rot="5400000">
              <a:off x="393956" y="-373126"/>
              <a:ext cx="4197222" cy="4943475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6EAA79F-A9EC-C56B-A236-808DDFCCB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3352799" cy="5577934"/>
          </a:xfrm>
        </p:spPr>
        <p:txBody>
          <a:bodyPr>
            <a:normAutofit/>
          </a:bodyPr>
          <a:lstStyle/>
          <a:p>
            <a:r>
              <a:rPr lang="en-US" sz="4000" noProof="0" dirty="0"/>
              <a:t>Ferramentas </a:t>
            </a:r>
            <a:r>
              <a:rPr lang="en-US" sz="4000" noProof="0" dirty="0" err="1"/>
              <a:t>até</a:t>
            </a:r>
            <a:r>
              <a:rPr lang="en-US" sz="4000" noProof="0" dirty="0"/>
              <a:t> </a:t>
            </a:r>
            <a:r>
              <a:rPr lang="en-US" sz="4000" noProof="0" dirty="0" err="1"/>
              <a:t>ao</a:t>
            </a:r>
            <a:r>
              <a:rPr lang="en-US" sz="4000" noProof="0" dirty="0"/>
              <a:t> </a:t>
            </a:r>
            <a:r>
              <a:rPr lang="en-US" sz="4000" noProof="0" dirty="0" err="1"/>
              <a:t>momento</a:t>
            </a:r>
            <a:endParaRPr lang="en-US" sz="4000" noProof="0" dirty="0"/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8D541D4A-68F3-109D-C081-C7013D2D57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1290015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09488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2B335A1-0110-4D6F-BC0E-DCDCB4320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B05D9A1-5C36-49D4-8D83-8782DE1E1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D2C8D16-C3E9-4377-B192-9F3B9A867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0BED749-990F-A0DA-9BA1-BE2D6643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91" y="381000"/>
            <a:ext cx="10003218" cy="2057400"/>
          </a:xfrm>
        </p:spPr>
        <p:txBody>
          <a:bodyPr>
            <a:normAutofit/>
          </a:bodyPr>
          <a:lstStyle/>
          <a:p>
            <a:pPr algn="ctr"/>
            <a:r>
              <a:rPr lang="en-US" noProof="0" dirty="0"/>
              <a:t>Port Scanner</a:t>
            </a:r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F114F173-6D31-D786-5F06-E16C14AA3F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2206383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63039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2B335A1-0110-4D6F-BC0E-DCDCB4320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B05D9A1-5C36-49D4-8D83-8782DE1E1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D2C8D16-C3E9-4377-B192-9F3B9A867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DACF511-5C80-4278-D7B3-C964A7D7A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91" y="381000"/>
            <a:ext cx="10003218" cy="2057400"/>
          </a:xfrm>
        </p:spPr>
        <p:txBody>
          <a:bodyPr>
            <a:normAutofit/>
          </a:bodyPr>
          <a:lstStyle/>
          <a:p>
            <a:pPr algn="ctr"/>
            <a:r>
              <a:rPr lang="en-US" noProof="0" dirty="0"/>
              <a:t>DoS Attack</a:t>
            </a:r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41AD4F01-E3B5-5938-0096-4B1ECD0E9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8204283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60409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7B3827-37E2-B771-077B-1308701C2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2B335A1-0110-4D6F-BC0E-DCDCB4320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B05D9A1-5C36-49D4-8D83-8782DE1E1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D2C8D16-C3E9-4377-B192-9F3B9A867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6B79BF5-F4AE-FE9A-7CF4-F36BAC553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91" y="381000"/>
            <a:ext cx="10003218" cy="2057400"/>
          </a:xfrm>
        </p:spPr>
        <p:txBody>
          <a:bodyPr>
            <a:normAutofit/>
          </a:bodyPr>
          <a:lstStyle/>
          <a:p>
            <a:pPr algn="ctr"/>
            <a:r>
              <a:rPr lang="en-US" noProof="0" dirty="0"/>
              <a:t>Syn Flood Attack</a:t>
            </a:r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9900A947-E355-DF21-052E-D5A34FFFDC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0248601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48055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4AC952-9416-CDD5-1BB3-5E023F38D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0158D2-B7E4-980F-11F4-C420DA3F1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79E830-B0E5-86AE-4074-5317F279E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68A3F24-A0CA-E77E-396D-F80D721DE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3E3A0CD-4BA6-CBE4-FD04-E99E2BD8D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65515CE-2907-C3E8-1B2B-B3145A65A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D2C4AFD-A4DA-1B90-3C49-8ABD46D2A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91" y="381000"/>
            <a:ext cx="10003218" cy="2057400"/>
          </a:xfrm>
        </p:spPr>
        <p:txBody>
          <a:bodyPr>
            <a:normAutofit/>
          </a:bodyPr>
          <a:lstStyle/>
          <a:p>
            <a:pPr algn="ctr"/>
            <a:r>
              <a:rPr lang="en-US" noProof="0" dirty="0"/>
              <a:t>Log Analyzer</a:t>
            </a:r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1BCFF25F-2C5F-52F1-D1EA-3AA3ADEC10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223436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60307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F0548-87DF-A84E-CBAA-27034D06F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97B7F57-8459-2DD6-5F07-69B29799D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B37FF6-3958-4D3E-0B77-8DEA735EC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BC3C43-F9C5-E869-5705-A14A277B8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E062BCC-0FAD-2314-FBFA-468E4968C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2BC053B-77A9-E8DF-EAE2-5282EA18A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BE642F-D7FB-6E81-3B4C-847A76A02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91" y="381000"/>
            <a:ext cx="10003218" cy="2057400"/>
          </a:xfrm>
        </p:spPr>
        <p:txBody>
          <a:bodyPr>
            <a:normAutofit/>
          </a:bodyPr>
          <a:lstStyle/>
          <a:p>
            <a:pPr algn="ctr"/>
            <a:r>
              <a:rPr lang="en-US" noProof="0" dirty="0" err="1"/>
              <a:t>PortKnocker</a:t>
            </a:r>
            <a:endParaRPr lang="en-US" noProof="0" dirty="0"/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88020293-79C0-72F3-464B-02B6C99BEB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9179980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39872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0C8304-5A79-F540-065A-741FC97A9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3BFD30-6756-EC04-D63A-6771168EF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7DCDCD-7F62-01FB-2C05-F47A3527E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03C6B9E-1F7D-7D9F-8130-9D80AB0CC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7B6F91B-9F56-84B0-DE58-2BAFEC854C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742743C-90DA-5DDE-29EF-6503648FBC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259B01F-BA32-4882-ED2D-3DD22EAA1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91" y="381000"/>
            <a:ext cx="10003218" cy="2057400"/>
          </a:xfrm>
        </p:spPr>
        <p:txBody>
          <a:bodyPr>
            <a:normAutofit/>
          </a:bodyPr>
          <a:lstStyle/>
          <a:p>
            <a:pPr algn="ctr"/>
            <a:r>
              <a:rPr lang="en-US" noProof="0" dirty="0"/>
              <a:t>Gestor de Passwords</a:t>
            </a:r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F5071A71-5E73-E23C-06EE-E160192496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1585436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91606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0D0BE2-7112-C8E1-EDC5-E7A6BE6E8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C297B33-7289-4F5F-5757-DA11BB3CE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B71825-A426-A5C2-5804-514931829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1ED4E48-8447-E3BD-7086-5986816BA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1A3298E-D26C-E31A-4717-989828AAA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CE4BF2F-32D0-2ABF-765F-EE421CAC26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5FF746A-199B-D88A-6C52-B093C6A8A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91" y="381000"/>
            <a:ext cx="10003218" cy="2057400"/>
          </a:xfrm>
        </p:spPr>
        <p:txBody>
          <a:bodyPr>
            <a:normAutofit/>
          </a:bodyPr>
          <a:lstStyle/>
          <a:p>
            <a:pPr algn="ctr"/>
            <a:r>
              <a:rPr lang="en-US" noProof="0" dirty="0" err="1"/>
              <a:t>Servidor</a:t>
            </a:r>
            <a:r>
              <a:rPr lang="en-US" noProof="0" dirty="0"/>
              <a:t> de </a:t>
            </a:r>
            <a:r>
              <a:rPr lang="en-US" noProof="0" dirty="0" err="1"/>
              <a:t>Mensagens</a:t>
            </a:r>
            <a:endParaRPr lang="en-US" noProof="0" dirty="0"/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CFA3CCDD-992A-41D5-ABFB-43AC64E817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4625739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88075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E61FBD7-E37C-4B38-BE44-A6D4978D7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2BFCFE-FD78-4EDF-BEFE-CC444DC5F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7102190-C0A1-4788-99F6-6A2F5444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821F602-B65F-4D39-86B7-9ED5C1735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A5465FF-E08C-4ECD-9AE2-1D48873ECC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B5FAB37-BB0D-41A8-A5C8-65ADE0F00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228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F0EF76-65F2-05F9-90D3-E411AB3C3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223" y="1066800"/>
            <a:ext cx="5367527" cy="28335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noProof="0" dirty="0" err="1"/>
              <a:t>Obrigado</a:t>
            </a:r>
            <a:r>
              <a:rPr lang="en-US" noProof="0" dirty="0"/>
              <a:t> </a:t>
            </a:r>
            <a:r>
              <a:rPr lang="en-US" noProof="0" dirty="0" err="1"/>
              <a:t>por</a:t>
            </a:r>
            <a:r>
              <a:rPr lang="en-US" noProof="0" dirty="0"/>
              <a:t> </a:t>
            </a:r>
            <a:r>
              <a:rPr lang="en-US" noProof="0" dirty="0" err="1"/>
              <a:t>ouvir</a:t>
            </a:r>
            <a:r>
              <a:rPr lang="en-US" noProof="0" dirty="0"/>
              <a:t>!</a:t>
            </a:r>
          </a:p>
        </p:txBody>
      </p:sp>
      <p:pic>
        <p:nvPicPr>
          <p:cNvPr id="7" name="Graphic 6" descr="Professor com preenchimento sólido">
            <a:extLst>
              <a:ext uri="{FF2B5EF4-FFF2-40B4-BE49-F238E27FC236}">
                <a16:creationId xmlns:a16="http://schemas.microsoft.com/office/drawing/2014/main" id="{F2337358-E311-DD77-581C-D4FF5F940F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016827" y="1378156"/>
            <a:ext cx="4125186" cy="412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040434"/>
      </p:ext>
    </p:extLst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Custom 81">
      <a:dk1>
        <a:sysClr val="windowText" lastClr="000000"/>
      </a:dk1>
      <a:lt1>
        <a:sysClr val="window" lastClr="FFFFFF"/>
      </a:lt1>
      <a:dk2>
        <a:srgbClr val="21363B"/>
      </a:dk2>
      <a:lt2>
        <a:srgbClr val="F4F2F0"/>
      </a:lt2>
      <a:accent1>
        <a:srgbClr val="758468"/>
      </a:accent1>
      <a:accent2>
        <a:srgbClr val="B5A7AC"/>
      </a:accent2>
      <a:accent3>
        <a:srgbClr val="CC9C6F"/>
      </a:accent3>
      <a:accent4>
        <a:srgbClr val="767640"/>
      </a:accent4>
      <a:accent5>
        <a:srgbClr val="A5B295"/>
      </a:accent5>
      <a:accent6>
        <a:srgbClr val="C19DA7"/>
      </a:accent6>
      <a:hlink>
        <a:srgbClr val="D13D6E"/>
      </a:hlink>
      <a:folHlink>
        <a:srgbClr val="6C9D92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445</Words>
  <Application>Microsoft Office PowerPoint</Application>
  <PresentationFormat>Ecrã Panorâmico</PresentationFormat>
  <Paragraphs>105</Paragraphs>
  <Slides>12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7" baseType="lpstr">
      <vt:lpstr>Arial</vt:lpstr>
      <vt:lpstr>Avenir Next LT Pro</vt:lpstr>
      <vt:lpstr>AvenirNext LT Pro Medium</vt:lpstr>
      <vt:lpstr>Sabon Next LT</vt:lpstr>
      <vt:lpstr>DappledVTI</vt:lpstr>
      <vt:lpstr>Trabalho de Linguagens de Programação Dinâmicas</vt:lpstr>
      <vt:lpstr>Perguntas Iniciais</vt:lpstr>
      <vt:lpstr>Requisitos</vt:lpstr>
      <vt:lpstr>Ferramentas até ao momento</vt:lpstr>
      <vt:lpstr>Port Scanner</vt:lpstr>
      <vt:lpstr>DoS Attack</vt:lpstr>
      <vt:lpstr>Syn Flood Attack</vt:lpstr>
      <vt:lpstr>Log Analyzer</vt:lpstr>
      <vt:lpstr>PortKnocker</vt:lpstr>
      <vt:lpstr>Gestor de Passwords</vt:lpstr>
      <vt:lpstr>Servidor de Mensagens</vt:lpstr>
      <vt:lpstr>Obrigado por ouvir!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António Tavares Abade</dc:creator>
  <cp:lastModifiedBy>Paulo António Tavares Abade</cp:lastModifiedBy>
  <cp:revision>1</cp:revision>
  <dcterms:created xsi:type="dcterms:W3CDTF">2026-02-06T22:28:58Z</dcterms:created>
  <dcterms:modified xsi:type="dcterms:W3CDTF">2026-02-06T23:11:43Z</dcterms:modified>
</cp:coreProperties>
</file>